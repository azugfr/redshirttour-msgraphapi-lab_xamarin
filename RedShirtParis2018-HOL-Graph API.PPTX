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3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4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75" r:id="rId4"/>
    <p:sldMasterId id="2147484495" r:id="rId5"/>
    <p:sldMasterId id="2147484519" r:id="rId6"/>
    <p:sldMasterId id="2147484547" r:id="rId7"/>
    <p:sldMasterId id="2147484565" r:id="rId8"/>
  </p:sldMasterIdLst>
  <p:notesMasterIdLst>
    <p:notesMasterId r:id="rId20"/>
  </p:notesMasterIdLst>
  <p:handoutMasterIdLst>
    <p:handoutMasterId r:id="rId21"/>
  </p:handoutMasterIdLst>
  <p:sldIdLst>
    <p:sldId id="1559" r:id="rId9"/>
    <p:sldId id="1560" r:id="rId10"/>
    <p:sldId id="1637" r:id="rId11"/>
    <p:sldId id="1649" r:id="rId12"/>
    <p:sldId id="1650" r:id="rId13"/>
    <p:sldId id="1590" r:id="rId14"/>
    <p:sldId id="1651" r:id="rId15"/>
    <p:sldId id="1653" r:id="rId16"/>
    <p:sldId id="1652" r:id="rId17"/>
    <p:sldId id="1586" r:id="rId18"/>
    <p:sldId id="1654" r:id="rId19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251"/>
    <a:srgbClr val="0078D7"/>
    <a:srgbClr val="E6E6E6"/>
    <a:srgbClr val="FFFFFF"/>
    <a:srgbClr val="000000"/>
    <a:srgbClr val="FF8C00"/>
    <a:srgbClr val="D83B01"/>
    <a:srgbClr val="FFB900"/>
    <a:srgbClr val="107C10"/>
    <a:srgbClr val="35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5" autoAdjust="0"/>
    <p:restoredTop sz="83955" autoAdjust="0"/>
  </p:normalViewPr>
  <p:slideViewPr>
    <p:cSldViewPr>
      <p:cViewPr>
        <p:scale>
          <a:sx n="80" d="100"/>
          <a:sy n="80" d="100"/>
        </p:scale>
        <p:origin x="30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3187" y="3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bastien PAULET" userId="6b23f485-01ca-4aef-9a82-cbc20d7072f9" providerId="ADAL" clId="{0599B59D-D098-4D7E-849B-163A13AF3B85}"/>
    <pc:docChg chg="undo custSel addSld delSld modSld sldOrd modMainMaster delSection modSection">
      <pc:chgData name="Sébastien PAULET" userId="6b23f485-01ca-4aef-9a82-cbc20d7072f9" providerId="ADAL" clId="{0599B59D-D098-4D7E-849B-163A13AF3B85}" dt="2018-01-23T15:27:06.734" v="2607" actId="20577"/>
      <pc:docMkLst>
        <pc:docMk/>
      </pc:docMkLst>
      <pc:sldChg chg="addSp delSp modSp modTransition">
        <pc:chgData name="Sébastien PAULET" userId="6b23f485-01ca-4aef-9a82-cbc20d7072f9" providerId="ADAL" clId="{0599B59D-D098-4D7E-849B-163A13AF3B85}" dt="2018-01-23T10:58:11.629" v="2260" actId="1036"/>
        <pc:sldMkLst>
          <pc:docMk/>
          <pc:sldMk cId="1488436371" sldId="1559"/>
        </pc:sldMkLst>
        <pc:spChg chg="add mod">
          <ac:chgData name="Sébastien PAULET" userId="6b23f485-01ca-4aef-9a82-cbc20d7072f9" providerId="ADAL" clId="{0599B59D-D098-4D7E-849B-163A13AF3B85}" dt="2018-01-23T10:58:11.629" v="2260" actId="1036"/>
          <ac:spMkLst>
            <pc:docMk/>
            <pc:sldMk cId="1488436371" sldId="1559"/>
            <ac:spMk id="8" creationId="{F043CC80-4165-440D-BF92-DAA98FEB8036}"/>
          </ac:spMkLst>
        </pc:spChg>
        <pc:spChg chg="add mod">
          <ac:chgData name="Sébastien PAULET" userId="6b23f485-01ca-4aef-9a82-cbc20d7072f9" providerId="ADAL" clId="{0599B59D-D098-4D7E-849B-163A13AF3B85}" dt="2018-01-20T19:18:37.516" v="402" actId="404"/>
          <ac:spMkLst>
            <pc:docMk/>
            <pc:sldMk cId="1488436371" sldId="1559"/>
            <ac:spMk id="9" creationId="{16C10522-EF4B-44CA-A5ED-AB4F0BFF399B}"/>
          </ac:spMkLst>
        </pc:spChg>
        <pc:spChg chg="add mod">
          <ac:chgData name="Sébastien PAULET" userId="6b23f485-01ca-4aef-9a82-cbc20d7072f9" providerId="ADAL" clId="{0599B59D-D098-4D7E-849B-163A13AF3B85}" dt="2018-01-20T19:18:32.998" v="401" actId="404"/>
          <ac:spMkLst>
            <pc:docMk/>
            <pc:sldMk cId="1488436371" sldId="1559"/>
            <ac:spMk id="10" creationId="{6BECAAF3-3E3F-491B-84B1-0D60EB578327}"/>
          </ac:spMkLst>
        </pc:spChg>
        <pc:spChg chg="add mod">
          <ac:chgData name="Sébastien PAULET" userId="6b23f485-01ca-4aef-9a82-cbc20d7072f9" providerId="ADAL" clId="{0599B59D-D098-4D7E-849B-163A13AF3B85}" dt="2018-01-20T19:18:29.109" v="400" actId="404"/>
          <ac:spMkLst>
            <pc:docMk/>
            <pc:sldMk cId="1488436371" sldId="1559"/>
            <ac:spMk id="11" creationId="{54A6A561-6F3A-4FE8-9B8A-C42C25144F7C}"/>
          </ac:spMkLst>
        </pc:spChg>
        <pc:spChg chg="add mod">
          <ac:chgData name="Sébastien PAULET" userId="6b23f485-01ca-4aef-9a82-cbc20d7072f9" providerId="ADAL" clId="{0599B59D-D098-4D7E-849B-163A13AF3B85}" dt="2018-01-20T19:18:26.342" v="399" actId="404"/>
          <ac:spMkLst>
            <pc:docMk/>
            <pc:sldMk cId="1488436371" sldId="1559"/>
            <ac:spMk id="12" creationId="{DC46A428-701F-4929-800C-4729FD97C9ED}"/>
          </ac:spMkLst>
        </pc:spChg>
        <pc:picChg chg="add del mod">
          <ac:chgData name="Sébastien PAULET" userId="6b23f485-01ca-4aef-9a82-cbc20d7072f9" providerId="ADAL" clId="{0599B59D-D098-4D7E-849B-163A13AF3B85}" dt="2018-01-20T18:43:48.175" v="88" actId="404"/>
          <ac:picMkLst>
            <pc:docMk/>
            <pc:sldMk cId="1488436371" sldId="1559"/>
            <ac:picMk id="3" creationId="{22C220C2-EB13-4120-AF9F-83F23912D7DD}"/>
          </ac:picMkLst>
        </pc:picChg>
        <pc:picChg chg="add del">
          <ac:chgData name="Sébastien PAULET" userId="6b23f485-01ca-4aef-9a82-cbc20d7072f9" providerId="ADAL" clId="{0599B59D-D098-4D7E-849B-163A13AF3B85}" dt="2018-01-20T18:48:26" v="90" actId="404"/>
          <ac:picMkLst>
            <pc:docMk/>
            <pc:sldMk cId="1488436371" sldId="1559"/>
            <ac:picMk id="5" creationId="{40DDAB51-69BE-4519-9412-10F60E299C6E}"/>
          </ac:picMkLst>
        </pc:picChg>
        <pc:picChg chg="add mod">
          <ac:chgData name="Sébastien PAULET" userId="6b23f485-01ca-4aef-9a82-cbc20d7072f9" providerId="ADAL" clId="{0599B59D-D098-4D7E-849B-163A13AF3B85}" dt="2018-01-20T18:53:12.940" v="118" actId="1076"/>
          <ac:picMkLst>
            <pc:docMk/>
            <pc:sldMk cId="1488436371" sldId="1559"/>
            <ac:picMk id="6" creationId="{D6A62E30-A3CF-4EDB-BFCD-559AD738007B}"/>
          </ac:picMkLst>
        </pc:picChg>
        <pc:picChg chg="add del mod">
          <ac:chgData name="Sébastien PAULET" userId="6b23f485-01ca-4aef-9a82-cbc20d7072f9" providerId="ADAL" clId="{0599B59D-D098-4D7E-849B-163A13AF3B85}" dt="2018-01-20T18:56:11.768" v="121" actId="478"/>
          <ac:picMkLst>
            <pc:docMk/>
            <pc:sldMk cId="1488436371" sldId="1559"/>
            <ac:picMk id="7" creationId="{BDB2A92C-7417-4351-A881-96987DF1A68B}"/>
          </ac:picMkLst>
        </pc:picChg>
      </pc:sldChg>
      <pc:sldChg chg="modSp">
        <pc:chgData name="Sébastien PAULET" userId="6b23f485-01ca-4aef-9a82-cbc20d7072f9" providerId="ADAL" clId="{0599B59D-D098-4D7E-849B-163A13AF3B85}" dt="2018-01-20T20:13:44.803" v="708" actId="12"/>
        <pc:sldMkLst>
          <pc:docMk/>
          <pc:sldMk cId="624800613" sldId="1560"/>
        </pc:sldMkLst>
        <pc:spChg chg="mod">
          <ac:chgData name="Sébastien PAULET" userId="6b23f485-01ca-4aef-9a82-cbc20d7072f9" providerId="ADAL" clId="{0599B59D-D098-4D7E-849B-163A13AF3B85}" dt="2018-01-20T19:18:59.682" v="416" actId="20577"/>
          <ac:spMkLst>
            <pc:docMk/>
            <pc:sldMk cId="624800613" sldId="1560"/>
            <ac:spMk id="3" creationId="{1C14ED28-E417-4E27-8878-298275C1D9C2}"/>
          </ac:spMkLst>
        </pc:spChg>
        <pc:spChg chg="mod">
          <ac:chgData name="Sébastien PAULET" userId="6b23f485-01ca-4aef-9a82-cbc20d7072f9" providerId="ADAL" clId="{0599B59D-D098-4D7E-849B-163A13AF3B85}" dt="2018-01-20T20:13:44.803" v="708" actId="12"/>
          <ac:spMkLst>
            <pc:docMk/>
            <pc:sldMk cId="624800613" sldId="1560"/>
            <ac:spMk id="4" creationId="{BC220B95-314D-4793-8D0E-7A3AB87CE2F3}"/>
          </ac:spMkLst>
        </pc:spChg>
      </pc:sldChg>
      <pc:sldChg chg="modSp ord">
        <pc:chgData name="Sébastien PAULET" userId="6b23f485-01ca-4aef-9a82-cbc20d7072f9" providerId="ADAL" clId="{0599B59D-D098-4D7E-849B-163A13AF3B85}" dt="2018-01-20T21:16:14.492" v="1762" actId="20577"/>
        <pc:sldMkLst>
          <pc:docMk/>
          <pc:sldMk cId="1478745313" sldId="1586"/>
        </pc:sldMkLst>
        <pc:spChg chg="mod">
          <ac:chgData name="Sébastien PAULET" userId="6b23f485-01ca-4aef-9a82-cbc20d7072f9" providerId="ADAL" clId="{0599B59D-D098-4D7E-849B-163A13AF3B85}" dt="2018-01-20T21:16:14.492" v="1762" actId="20577"/>
          <ac:spMkLst>
            <pc:docMk/>
            <pc:sldMk cId="1478745313" sldId="1586"/>
            <ac:spMk id="4" creationId="{4520A48A-6589-4A8B-B5D6-74797FB5CC45}"/>
          </ac:spMkLst>
        </pc:spChg>
        <pc:spChg chg="mod">
          <ac:chgData name="Sébastien PAULET" userId="6b23f485-01ca-4aef-9a82-cbc20d7072f9" providerId="ADAL" clId="{0599B59D-D098-4D7E-849B-163A13AF3B85}" dt="2018-01-20T21:15:49.751" v="1743" actId="6549"/>
          <ac:spMkLst>
            <pc:docMk/>
            <pc:sldMk cId="1478745313" sldId="1586"/>
            <ac:spMk id="5" creationId="{E16CADC4-9230-4214-8D55-661F4C97EE42}"/>
          </ac:spMkLst>
        </pc:spChg>
      </pc:sldChg>
      <pc:sldChg chg="addSp modSp ord modNotesTx">
        <pc:chgData name="Sébastien PAULET" userId="6b23f485-01ca-4aef-9a82-cbc20d7072f9" providerId="ADAL" clId="{0599B59D-D098-4D7E-849B-163A13AF3B85}" dt="2018-01-23T00:17:41.986" v="2125" actId="20577"/>
        <pc:sldMkLst>
          <pc:docMk/>
          <pc:sldMk cId="1833780528" sldId="1590"/>
        </pc:sldMkLst>
        <pc:spChg chg="mod">
          <ac:chgData name="Sébastien PAULET" userId="6b23f485-01ca-4aef-9a82-cbc20d7072f9" providerId="ADAL" clId="{0599B59D-D098-4D7E-849B-163A13AF3B85}" dt="2018-01-20T20:13:15.209" v="706" actId="20577"/>
          <ac:spMkLst>
            <pc:docMk/>
            <pc:sldMk cId="1833780528" sldId="1590"/>
            <ac:spMk id="3" creationId="{00000000-0000-0000-0000-000000000000}"/>
          </ac:spMkLst>
        </pc:spChg>
        <pc:spChg chg="mod">
          <ac:chgData name="Sébastien PAULET" userId="6b23f485-01ca-4aef-9a82-cbc20d7072f9" providerId="ADAL" clId="{0599B59D-D098-4D7E-849B-163A13AF3B85}" dt="2018-01-20T20:46:17.315" v="1513" actId="20577"/>
          <ac:spMkLst>
            <pc:docMk/>
            <pc:sldMk cId="1833780528" sldId="1590"/>
            <ac:spMk id="5" creationId="{00000000-0000-0000-0000-000000000000}"/>
          </ac:spMkLst>
        </pc:spChg>
        <pc:picChg chg="add mod">
          <ac:chgData name="Sébastien PAULET" userId="6b23f485-01ca-4aef-9a82-cbc20d7072f9" providerId="ADAL" clId="{0599B59D-D098-4D7E-849B-163A13AF3B85}" dt="2018-01-20T20:18:33.721" v="910" actId="208"/>
          <ac:picMkLst>
            <pc:docMk/>
            <pc:sldMk cId="1833780528" sldId="1590"/>
            <ac:picMk id="2" creationId="{39B961CF-489B-409B-AD14-6ACDD1394F78}"/>
          </ac:picMkLst>
        </pc:picChg>
      </pc:sldChg>
      <pc:sldChg chg="addSp delSp modSp ord delAnim">
        <pc:chgData name="Sébastien PAULET" userId="6b23f485-01ca-4aef-9a82-cbc20d7072f9" providerId="ADAL" clId="{0599B59D-D098-4D7E-849B-163A13AF3B85}" dt="2018-01-20T20:15:23.997" v="716" actId="20577"/>
        <pc:sldMkLst>
          <pc:docMk/>
          <pc:sldMk cId="4254628516" sldId="1637"/>
        </pc:sldMkLst>
        <pc:spChg chg="mod">
          <ac:chgData name="Sébastien PAULET" userId="6b23f485-01ca-4aef-9a82-cbc20d7072f9" providerId="ADAL" clId="{0599B59D-D098-4D7E-849B-163A13AF3B85}" dt="2018-01-20T20:15:23.997" v="716" actId="20577"/>
          <ac:spMkLst>
            <pc:docMk/>
            <pc:sldMk cId="4254628516" sldId="1637"/>
            <ac:spMk id="8" creationId="{00000000-0000-0000-0000-000000000000}"/>
          </ac:spMkLst>
        </pc:spChg>
        <pc:grpChg chg="del">
          <ac:chgData name="Sébastien PAULET" userId="6b23f485-01ca-4aef-9a82-cbc20d7072f9" providerId="ADAL" clId="{0599B59D-D098-4D7E-849B-163A13AF3B85}" dt="2018-01-20T19:47:44.097" v="624" actId="478"/>
          <ac:grpSpMkLst>
            <pc:docMk/>
            <pc:sldMk cId="4254628516" sldId="1637"/>
            <ac:grpSpMk id="49" creationId="{1ACF03AC-EE24-4014-B839-F3B5046764B7}"/>
          </ac:grpSpMkLst>
        </pc:grpChg>
        <pc:grpChg chg="del">
          <ac:chgData name="Sébastien PAULET" userId="6b23f485-01ca-4aef-9a82-cbc20d7072f9" providerId="ADAL" clId="{0599B59D-D098-4D7E-849B-163A13AF3B85}" dt="2018-01-20T19:47:44.097" v="624" actId="478"/>
          <ac:grpSpMkLst>
            <pc:docMk/>
            <pc:sldMk cId="4254628516" sldId="1637"/>
            <ac:grpSpMk id="51" creationId="{CF55B32D-9CB3-4EE9-817D-689E97DA08B2}"/>
          </ac:grpSpMkLst>
        </pc:grpChg>
        <pc:grpChg chg="del">
          <ac:chgData name="Sébastien PAULET" userId="6b23f485-01ca-4aef-9a82-cbc20d7072f9" providerId="ADAL" clId="{0599B59D-D098-4D7E-849B-163A13AF3B85}" dt="2018-01-20T19:47:36.851" v="623" actId="478"/>
          <ac:grpSpMkLst>
            <pc:docMk/>
            <pc:sldMk cId="4254628516" sldId="1637"/>
            <ac:grpSpMk id="52" creationId="{C63467CA-4492-426F-96CA-EA3BD4F19CE5}"/>
          </ac:grpSpMkLst>
        </pc:grpChg>
        <pc:grpChg chg="del">
          <ac:chgData name="Sébastien PAULET" userId="6b23f485-01ca-4aef-9a82-cbc20d7072f9" providerId="ADAL" clId="{0599B59D-D098-4D7E-849B-163A13AF3B85}" dt="2018-01-20T19:47:44.097" v="624" actId="478"/>
          <ac:grpSpMkLst>
            <pc:docMk/>
            <pc:sldMk cId="4254628516" sldId="1637"/>
            <ac:grpSpMk id="53" creationId="{61B3BD6F-30C5-42A4-ACA3-428F1D62350F}"/>
          </ac:grpSpMkLst>
        </pc:grpChg>
        <pc:picChg chg="del">
          <ac:chgData name="Sébastien PAULET" userId="6b23f485-01ca-4aef-9a82-cbc20d7072f9" providerId="ADAL" clId="{0599B59D-D098-4D7E-849B-163A13AF3B85}" dt="2018-01-20T19:47:44.097" v="624" actId="478"/>
          <ac:picMkLst>
            <pc:docMk/>
            <pc:sldMk cId="4254628516" sldId="1637"/>
            <ac:picMk id="14" creationId="{00000000-0000-0000-0000-000000000000}"/>
          </ac:picMkLst>
        </pc:picChg>
        <pc:picChg chg="del">
          <ac:chgData name="Sébastien PAULET" userId="6b23f485-01ca-4aef-9a82-cbc20d7072f9" providerId="ADAL" clId="{0599B59D-D098-4D7E-849B-163A13AF3B85}" dt="2018-01-20T19:47:44.097" v="624" actId="478"/>
          <ac:picMkLst>
            <pc:docMk/>
            <pc:sldMk cId="4254628516" sldId="1637"/>
            <ac:picMk id="15" creationId="{00000000-0000-0000-0000-000000000000}"/>
          </ac:picMkLst>
        </pc:picChg>
        <pc:picChg chg="add mod">
          <ac:chgData name="Sébastien PAULET" userId="6b23f485-01ca-4aef-9a82-cbc20d7072f9" providerId="ADAL" clId="{0599B59D-D098-4D7E-849B-163A13AF3B85}" dt="2018-01-20T19:47:59.362" v="632" actId="1076"/>
          <ac:picMkLst>
            <pc:docMk/>
            <pc:sldMk cId="4254628516" sldId="1637"/>
            <ac:picMk id="19" creationId="{33E1E896-24F0-461F-96F3-8CF466693DB1}"/>
          </ac:picMkLst>
        </pc:picChg>
        <pc:picChg chg="del">
          <ac:chgData name="Sébastien PAULET" userId="6b23f485-01ca-4aef-9a82-cbc20d7072f9" providerId="ADAL" clId="{0599B59D-D098-4D7E-849B-163A13AF3B85}" dt="2018-01-20T19:47:44.097" v="624" actId="478"/>
          <ac:picMkLst>
            <pc:docMk/>
            <pc:sldMk cId="4254628516" sldId="1637"/>
            <ac:picMk id="24" creationId="{00000000-0000-0000-0000-000000000000}"/>
          </ac:picMkLst>
        </pc:picChg>
        <pc:picChg chg="del">
          <ac:chgData name="Sébastien PAULET" userId="6b23f485-01ca-4aef-9a82-cbc20d7072f9" providerId="ADAL" clId="{0599B59D-D098-4D7E-849B-163A13AF3B85}" dt="2018-01-20T19:47:44.097" v="624" actId="478"/>
          <ac:picMkLst>
            <pc:docMk/>
            <pc:sldMk cId="4254628516" sldId="1637"/>
            <ac:picMk id="26" creationId="{00000000-0000-0000-0000-000000000000}"/>
          </ac:picMkLst>
        </pc:picChg>
        <pc:picChg chg="del">
          <ac:chgData name="Sébastien PAULET" userId="6b23f485-01ca-4aef-9a82-cbc20d7072f9" providerId="ADAL" clId="{0599B59D-D098-4D7E-849B-163A13AF3B85}" dt="2018-01-20T19:47:44.097" v="624" actId="478"/>
          <ac:picMkLst>
            <pc:docMk/>
            <pc:sldMk cId="4254628516" sldId="1637"/>
            <ac:picMk id="27" creationId="{00000000-0000-0000-0000-000000000000}"/>
          </ac:picMkLst>
        </pc:picChg>
        <pc:cxnChg chg="del">
          <ac:chgData name="Sébastien PAULET" userId="6b23f485-01ca-4aef-9a82-cbc20d7072f9" providerId="ADAL" clId="{0599B59D-D098-4D7E-849B-163A13AF3B85}" dt="2018-01-20T19:47:44.097" v="624" actId="478"/>
          <ac:cxnSpMkLst>
            <pc:docMk/>
            <pc:sldMk cId="4254628516" sldId="1637"/>
            <ac:cxnSpMk id="17" creationId="{00000000-0000-0000-0000-000000000000}"/>
          </ac:cxnSpMkLst>
        </pc:cxnChg>
        <pc:cxnChg chg="del">
          <ac:chgData name="Sébastien PAULET" userId="6b23f485-01ca-4aef-9a82-cbc20d7072f9" providerId="ADAL" clId="{0599B59D-D098-4D7E-849B-163A13AF3B85}" dt="2018-01-20T19:47:44.097" v="624" actId="478"/>
          <ac:cxnSpMkLst>
            <pc:docMk/>
            <pc:sldMk cId="4254628516" sldId="1637"/>
            <ac:cxnSpMk id="30" creationId="{00000000-0000-0000-0000-000000000000}"/>
          </ac:cxnSpMkLst>
        </pc:cxnChg>
        <pc:cxnChg chg="del">
          <ac:chgData name="Sébastien PAULET" userId="6b23f485-01ca-4aef-9a82-cbc20d7072f9" providerId="ADAL" clId="{0599B59D-D098-4D7E-849B-163A13AF3B85}" dt="2018-01-20T19:47:44.097" v="624" actId="478"/>
          <ac:cxnSpMkLst>
            <pc:docMk/>
            <pc:sldMk cId="4254628516" sldId="1637"/>
            <ac:cxnSpMk id="35" creationId="{00000000-0000-0000-0000-000000000000}"/>
          </ac:cxnSpMkLst>
        </pc:cxnChg>
        <pc:cxnChg chg="del">
          <ac:chgData name="Sébastien PAULET" userId="6b23f485-01ca-4aef-9a82-cbc20d7072f9" providerId="ADAL" clId="{0599B59D-D098-4D7E-849B-163A13AF3B85}" dt="2018-01-20T19:47:44.097" v="624" actId="478"/>
          <ac:cxnSpMkLst>
            <pc:docMk/>
            <pc:sldMk cId="4254628516" sldId="1637"/>
            <ac:cxnSpMk id="36" creationId="{00000000-0000-0000-0000-000000000000}"/>
          </ac:cxnSpMkLst>
        </pc:cxnChg>
        <pc:cxnChg chg="del">
          <ac:chgData name="Sébastien PAULET" userId="6b23f485-01ca-4aef-9a82-cbc20d7072f9" providerId="ADAL" clId="{0599B59D-D098-4D7E-849B-163A13AF3B85}" dt="2018-01-20T19:47:44.097" v="624" actId="478"/>
          <ac:cxnSpMkLst>
            <pc:docMk/>
            <pc:sldMk cId="4254628516" sldId="1637"/>
            <ac:cxnSpMk id="37" creationId="{00000000-0000-0000-0000-000000000000}"/>
          </ac:cxnSpMkLst>
        </pc:cxnChg>
        <pc:cxnChg chg="del">
          <ac:chgData name="Sébastien PAULET" userId="6b23f485-01ca-4aef-9a82-cbc20d7072f9" providerId="ADAL" clId="{0599B59D-D098-4D7E-849B-163A13AF3B85}" dt="2018-01-20T19:47:44.097" v="624" actId="478"/>
          <ac:cxnSpMkLst>
            <pc:docMk/>
            <pc:sldMk cId="4254628516" sldId="1637"/>
            <ac:cxnSpMk id="38" creationId="{00000000-0000-0000-0000-000000000000}"/>
          </ac:cxnSpMkLst>
        </pc:cxnChg>
        <pc:cxnChg chg="del">
          <ac:chgData name="Sébastien PAULET" userId="6b23f485-01ca-4aef-9a82-cbc20d7072f9" providerId="ADAL" clId="{0599B59D-D098-4D7E-849B-163A13AF3B85}" dt="2018-01-20T19:47:44.097" v="624" actId="478"/>
          <ac:cxnSpMkLst>
            <pc:docMk/>
            <pc:sldMk cId="4254628516" sldId="1637"/>
            <ac:cxnSpMk id="43" creationId="{00000000-0000-0000-0000-000000000000}"/>
          </ac:cxnSpMkLst>
        </pc:cxnChg>
      </pc:sldChg>
      <pc:sldChg chg="modSp del addAnim delAnim">
        <pc:chgData name="Sébastien PAULET" userId="6b23f485-01ca-4aef-9a82-cbc20d7072f9" providerId="ADAL" clId="{0599B59D-D098-4D7E-849B-163A13AF3B85}" dt="2018-01-23T15:26:20.963" v="2580" actId="2696"/>
        <pc:sldMkLst>
          <pc:docMk/>
          <pc:sldMk cId="1150990250" sldId="1648"/>
        </pc:sldMkLst>
        <pc:spChg chg="mod">
          <ac:chgData name="Sébastien PAULET" userId="6b23f485-01ca-4aef-9a82-cbc20d7072f9" providerId="ADAL" clId="{0599B59D-D098-4D7E-849B-163A13AF3B85}" dt="2018-01-20T18:41:39.057" v="81" actId="6549"/>
          <ac:spMkLst>
            <pc:docMk/>
            <pc:sldMk cId="1150990250" sldId="1648"/>
            <ac:spMk id="3" creationId="{00000000-0000-0000-0000-000000000000}"/>
          </ac:spMkLst>
        </pc:spChg>
        <pc:spChg chg="mod">
          <ac:chgData name="Sébastien PAULET" userId="6b23f485-01ca-4aef-9a82-cbc20d7072f9" providerId="ADAL" clId="{0599B59D-D098-4D7E-849B-163A13AF3B85}" dt="2018-01-20T21:29:09.989" v="2068" actId="20577"/>
          <ac:spMkLst>
            <pc:docMk/>
            <pc:sldMk cId="1150990250" sldId="1648"/>
            <ac:spMk id="5" creationId="{47D9725B-698E-47E3-B931-CB100214DE36}"/>
          </ac:spMkLst>
        </pc:spChg>
        <pc:spChg chg="mod">
          <ac:chgData name="Sébastien PAULET" userId="6b23f485-01ca-4aef-9a82-cbc20d7072f9" providerId="ADAL" clId="{0599B59D-D098-4D7E-849B-163A13AF3B85}" dt="2018-01-20T18:41:35.600" v="80" actId="6549"/>
          <ac:spMkLst>
            <pc:docMk/>
            <pc:sldMk cId="1150990250" sldId="1648"/>
            <ac:spMk id="6" creationId="{E7885C01-B146-43BF-9012-6CA206FE755E}"/>
          </ac:spMkLst>
        </pc:spChg>
      </pc:sldChg>
      <pc:sldChg chg="addSp delSp modSp add ord">
        <pc:chgData name="Sébastien PAULET" userId="6b23f485-01ca-4aef-9a82-cbc20d7072f9" providerId="ADAL" clId="{0599B59D-D098-4D7E-849B-163A13AF3B85}" dt="2018-01-20T20:35:55.855" v="1186" actId="1076"/>
        <pc:sldMkLst>
          <pc:docMk/>
          <pc:sldMk cId="1701146766" sldId="1649"/>
        </pc:sldMkLst>
        <pc:spChg chg="add mod">
          <ac:chgData name="Sébastien PAULET" userId="6b23f485-01ca-4aef-9a82-cbc20d7072f9" providerId="ADAL" clId="{0599B59D-D098-4D7E-849B-163A13AF3B85}" dt="2018-01-20T20:35:55.855" v="1186" actId="1076"/>
          <ac:spMkLst>
            <pc:docMk/>
            <pc:sldMk cId="1701146766" sldId="1649"/>
            <ac:spMk id="6" creationId="{43D1DA1E-14D9-470C-8C00-1B45BDA93113}"/>
          </ac:spMkLst>
        </pc:spChg>
        <pc:spChg chg="add mod">
          <ac:chgData name="Sébastien PAULET" userId="6b23f485-01ca-4aef-9a82-cbc20d7072f9" providerId="ADAL" clId="{0599B59D-D098-4D7E-849B-163A13AF3B85}" dt="2018-01-20T20:35:52.600" v="1185" actId="1076"/>
          <ac:spMkLst>
            <pc:docMk/>
            <pc:sldMk cId="1701146766" sldId="1649"/>
            <ac:spMk id="7" creationId="{DFBC88DC-9D1B-4AB3-870A-F427E260CF4B}"/>
          </ac:spMkLst>
        </pc:spChg>
        <pc:spChg chg="add del">
          <ac:chgData name="Sébastien PAULET" userId="6b23f485-01ca-4aef-9a82-cbc20d7072f9" providerId="ADAL" clId="{0599B59D-D098-4D7E-849B-163A13AF3B85}" dt="2018-01-20T20:35:06.706" v="1172" actId="1076"/>
          <ac:spMkLst>
            <pc:docMk/>
            <pc:sldMk cId="1701146766" sldId="1649"/>
            <ac:spMk id="8" creationId="{B704E35A-4AEE-40E0-8E22-EA55783AF962}"/>
          </ac:spMkLst>
        </pc:spChg>
        <pc:spChg chg="add del">
          <ac:chgData name="Sébastien PAULET" userId="6b23f485-01ca-4aef-9a82-cbc20d7072f9" providerId="ADAL" clId="{0599B59D-D098-4D7E-849B-163A13AF3B85}" dt="2018-01-20T20:35:05.505" v="1170" actId="1076"/>
          <ac:spMkLst>
            <pc:docMk/>
            <pc:sldMk cId="1701146766" sldId="1649"/>
            <ac:spMk id="9" creationId="{7E4F9C34-477F-49E0-B47C-3D96BD6EBCC0}"/>
          </ac:spMkLst>
        </pc:spChg>
        <pc:picChg chg="add mod">
          <ac:chgData name="Sébastien PAULET" userId="6b23f485-01ca-4aef-9a82-cbc20d7072f9" providerId="ADAL" clId="{0599B59D-D098-4D7E-849B-163A13AF3B85}" dt="2018-01-20T20:35:49.952" v="1184" actId="1076"/>
          <ac:picMkLst>
            <pc:docMk/>
            <pc:sldMk cId="1701146766" sldId="1649"/>
            <ac:picMk id="3" creationId="{6733846E-5E53-408B-A58E-EEE85847B1BD}"/>
          </ac:picMkLst>
        </pc:picChg>
      </pc:sldChg>
      <pc:sldChg chg="addSp delSp modSp add">
        <pc:chgData name="Sébastien PAULET" userId="6b23f485-01ca-4aef-9a82-cbc20d7072f9" providerId="ADAL" clId="{0599B59D-D098-4D7E-849B-163A13AF3B85}" dt="2018-01-20T20:11:48.585" v="695" actId="1076"/>
        <pc:sldMkLst>
          <pc:docMk/>
          <pc:sldMk cId="1229228444" sldId="1650"/>
        </pc:sldMkLst>
        <pc:spChg chg="mod">
          <ac:chgData name="Sébastien PAULET" userId="6b23f485-01ca-4aef-9a82-cbc20d7072f9" providerId="ADAL" clId="{0599B59D-D098-4D7E-849B-163A13AF3B85}" dt="2018-01-20T20:05:16.738" v="658" actId="20577"/>
          <ac:spMkLst>
            <pc:docMk/>
            <pc:sldMk cId="1229228444" sldId="1650"/>
            <ac:spMk id="3" creationId="{00000000-0000-0000-0000-000000000000}"/>
          </ac:spMkLst>
        </pc:spChg>
        <pc:spChg chg="mod">
          <ac:chgData name="Sébastien PAULET" userId="6b23f485-01ca-4aef-9a82-cbc20d7072f9" providerId="ADAL" clId="{0599B59D-D098-4D7E-849B-163A13AF3B85}" dt="2018-01-20T20:05:30.703" v="691" actId="20577"/>
          <ac:spMkLst>
            <pc:docMk/>
            <pc:sldMk cId="1229228444" sldId="1650"/>
            <ac:spMk id="5" creationId="{00000000-0000-0000-0000-000000000000}"/>
          </ac:spMkLst>
        </pc:spChg>
        <pc:picChg chg="add del">
          <ac:chgData name="Sébastien PAULET" userId="6b23f485-01ca-4aef-9a82-cbc20d7072f9" providerId="ADAL" clId="{0599B59D-D098-4D7E-849B-163A13AF3B85}" dt="2018-01-20T20:11:26.123" v="693" actId="1076"/>
          <ac:picMkLst>
            <pc:docMk/>
            <pc:sldMk cId="1229228444" sldId="1650"/>
            <ac:picMk id="2" creationId="{BCE3916A-86ED-4EC0-8591-BA39D20FC339}"/>
          </ac:picMkLst>
        </pc:picChg>
        <pc:picChg chg="add mod">
          <ac:chgData name="Sébastien PAULET" userId="6b23f485-01ca-4aef-9a82-cbc20d7072f9" providerId="ADAL" clId="{0599B59D-D098-4D7E-849B-163A13AF3B85}" dt="2018-01-20T20:11:48.585" v="695" actId="1076"/>
          <ac:picMkLst>
            <pc:docMk/>
            <pc:sldMk cId="1229228444" sldId="1650"/>
            <ac:picMk id="4" creationId="{C763B094-30CA-44E8-9893-0A01C18424DD}"/>
          </ac:picMkLst>
        </pc:picChg>
      </pc:sldChg>
      <pc:sldChg chg="addSp delSp modSp add">
        <pc:chgData name="Sébastien PAULET" userId="6b23f485-01ca-4aef-9a82-cbc20d7072f9" providerId="ADAL" clId="{0599B59D-D098-4D7E-849B-163A13AF3B85}" dt="2018-01-20T21:02:40.260" v="1635" actId="1036"/>
        <pc:sldMkLst>
          <pc:docMk/>
          <pc:sldMk cId="3477574512" sldId="1651"/>
        </pc:sldMkLst>
        <pc:spChg chg="mod">
          <ac:chgData name="Sébastien PAULET" userId="6b23f485-01ca-4aef-9a82-cbc20d7072f9" providerId="ADAL" clId="{0599B59D-D098-4D7E-849B-163A13AF3B85}" dt="2018-01-20T20:33:44.408" v="1164" actId="20577"/>
          <ac:spMkLst>
            <pc:docMk/>
            <pc:sldMk cId="3477574512" sldId="1651"/>
            <ac:spMk id="3" creationId="{00000000-0000-0000-0000-000000000000}"/>
          </ac:spMkLst>
        </pc:spChg>
        <pc:spChg chg="mod">
          <ac:chgData name="Sébastien PAULET" userId="6b23f485-01ca-4aef-9a82-cbc20d7072f9" providerId="ADAL" clId="{0599B59D-D098-4D7E-849B-163A13AF3B85}" dt="2018-01-20T21:02:40.260" v="1635" actId="1036"/>
          <ac:spMkLst>
            <pc:docMk/>
            <pc:sldMk cId="3477574512" sldId="1651"/>
            <ac:spMk id="5" creationId="{00000000-0000-0000-0000-000000000000}"/>
          </ac:spMkLst>
        </pc:spChg>
        <pc:spChg chg="add del">
          <ac:chgData name="Sébastien PAULET" userId="6b23f485-01ca-4aef-9a82-cbc20d7072f9" providerId="ADAL" clId="{0599B59D-D098-4D7E-849B-163A13AF3B85}" dt="2018-01-20T20:29:07.141" v="970" actId="478"/>
          <ac:spMkLst>
            <pc:docMk/>
            <pc:sldMk cId="3477574512" sldId="1651"/>
            <ac:spMk id="6" creationId="{93A5A061-407E-4F74-B791-9D94B0E38B74}"/>
          </ac:spMkLst>
        </pc:spChg>
        <pc:spChg chg="add mod">
          <ac:chgData name="Sébastien PAULET" userId="6b23f485-01ca-4aef-9a82-cbc20d7072f9" providerId="ADAL" clId="{0599B59D-D098-4D7E-849B-163A13AF3B85}" dt="2018-01-20T21:02:40.260" v="1635" actId="1036"/>
          <ac:spMkLst>
            <pc:docMk/>
            <pc:sldMk cId="3477574512" sldId="1651"/>
            <ac:spMk id="7" creationId="{B153272A-A949-4D30-A79C-B351640190A0}"/>
          </ac:spMkLst>
        </pc:spChg>
        <pc:spChg chg="add mod">
          <ac:chgData name="Sébastien PAULET" userId="6b23f485-01ca-4aef-9a82-cbc20d7072f9" providerId="ADAL" clId="{0599B59D-D098-4D7E-849B-163A13AF3B85}" dt="2018-01-20T20:55:52.382" v="1544" actId="1035"/>
          <ac:spMkLst>
            <pc:docMk/>
            <pc:sldMk cId="3477574512" sldId="1651"/>
            <ac:spMk id="8" creationId="{9624A0A8-8F6E-4207-A673-1BC3257765DF}"/>
          </ac:spMkLst>
        </pc:spChg>
        <pc:spChg chg="add mod">
          <ac:chgData name="Sébastien PAULET" userId="6b23f485-01ca-4aef-9a82-cbc20d7072f9" providerId="ADAL" clId="{0599B59D-D098-4D7E-849B-163A13AF3B85}" dt="2018-01-20T20:55:52.382" v="1544" actId="1035"/>
          <ac:spMkLst>
            <pc:docMk/>
            <pc:sldMk cId="3477574512" sldId="1651"/>
            <ac:spMk id="9" creationId="{4063B4F9-964C-4F8F-8D0F-DAE17FA3D564}"/>
          </ac:spMkLst>
        </pc:spChg>
        <pc:graphicFrameChg chg="add del mod modGraphic">
          <ac:chgData name="Sébastien PAULET" userId="6b23f485-01ca-4aef-9a82-cbc20d7072f9" providerId="ADAL" clId="{0599B59D-D098-4D7E-849B-163A13AF3B85}" dt="2018-01-20T20:30:01.312" v="1049" actId="478"/>
          <ac:graphicFrameMkLst>
            <pc:docMk/>
            <pc:sldMk cId="3477574512" sldId="1651"/>
            <ac:graphicFrameMk id="4" creationId="{0FBBC765-6C26-4ABE-BD35-49BDF4EDAABD}"/>
          </ac:graphicFrameMkLst>
        </pc:graphicFrameChg>
        <pc:picChg chg="del">
          <ac:chgData name="Sébastien PAULET" userId="6b23f485-01ca-4aef-9a82-cbc20d7072f9" providerId="ADAL" clId="{0599B59D-D098-4D7E-849B-163A13AF3B85}" dt="2018-01-20T20:26:48.201" v="925" actId="478"/>
          <ac:picMkLst>
            <pc:docMk/>
            <pc:sldMk cId="3477574512" sldId="1651"/>
            <ac:picMk id="2" creationId="{39B961CF-489B-409B-AD14-6ACDD1394F78}"/>
          </ac:picMkLst>
        </pc:picChg>
      </pc:sldChg>
      <pc:sldChg chg="addSp delSp modSp add modNotesTx">
        <pc:chgData name="Sébastien PAULET" userId="6b23f485-01ca-4aef-9a82-cbc20d7072f9" providerId="ADAL" clId="{0599B59D-D098-4D7E-849B-163A13AF3B85}" dt="2018-01-22T22:12:03.098" v="2097" actId="20577"/>
        <pc:sldMkLst>
          <pc:docMk/>
          <pc:sldMk cId="1414764111" sldId="1652"/>
        </pc:sldMkLst>
        <pc:spChg chg="mod">
          <ac:chgData name="Sébastien PAULET" userId="6b23f485-01ca-4aef-9a82-cbc20d7072f9" providerId="ADAL" clId="{0599B59D-D098-4D7E-849B-163A13AF3B85}" dt="2018-01-20T21:08:13.537" v="1729" actId="1076"/>
          <ac:spMkLst>
            <pc:docMk/>
            <pc:sldMk cId="1414764111" sldId="1652"/>
            <ac:spMk id="3" creationId="{00000000-0000-0000-0000-000000000000}"/>
          </ac:spMkLst>
        </pc:spChg>
        <pc:spChg chg="del mod">
          <ac:chgData name="Sébastien PAULET" userId="6b23f485-01ca-4aef-9a82-cbc20d7072f9" providerId="ADAL" clId="{0599B59D-D098-4D7E-849B-163A13AF3B85}" dt="2018-01-20T21:08:17.641" v="1731" actId="478"/>
          <ac:spMkLst>
            <pc:docMk/>
            <pc:sldMk cId="1414764111" sldId="1652"/>
            <ac:spMk id="5" creationId="{00000000-0000-0000-0000-000000000000}"/>
          </ac:spMkLst>
        </pc:spChg>
        <pc:spChg chg="add mod">
          <ac:chgData name="Sébastien PAULET" userId="6b23f485-01ca-4aef-9a82-cbc20d7072f9" providerId="ADAL" clId="{0599B59D-D098-4D7E-849B-163A13AF3B85}" dt="2018-01-20T21:09:20.389" v="1735" actId="478"/>
          <ac:spMkLst>
            <pc:docMk/>
            <pc:sldMk cId="1414764111" sldId="1652"/>
            <ac:spMk id="6" creationId="{986BB03F-E16D-4816-85CD-43A006BFC977}"/>
          </ac:spMkLst>
        </pc:spChg>
        <pc:picChg chg="del">
          <ac:chgData name="Sébastien PAULET" userId="6b23f485-01ca-4aef-9a82-cbc20d7072f9" providerId="ADAL" clId="{0599B59D-D098-4D7E-849B-163A13AF3B85}" dt="2018-01-20T21:03:38.752" v="1664" actId="478"/>
          <ac:picMkLst>
            <pc:docMk/>
            <pc:sldMk cId="1414764111" sldId="1652"/>
            <ac:picMk id="2" creationId="{39B961CF-489B-409B-AD14-6ACDD1394F78}"/>
          </ac:picMkLst>
        </pc:picChg>
        <pc:picChg chg="add del mod">
          <ac:chgData name="Sébastien PAULET" userId="6b23f485-01ca-4aef-9a82-cbc20d7072f9" providerId="ADAL" clId="{0599B59D-D098-4D7E-849B-163A13AF3B85}" dt="2018-01-20T21:15:04.514" v="1739" actId="478"/>
          <ac:picMkLst>
            <pc:docMk/>
            <pc:sldMk cId="1414764111" sldId="1652"/>
            <ac:picMk id="4" creationId="{59B843A7-051B-4798-B628-810901E05808}"/>
          </ac:picMkLst>
        </pc:picChg>
        <pc:picChg chg="add mod">
          <ac:chgData name="Sébastien PAULET" userId="6b23f485-01ca-4aef-9a82-cbc20d7072f9" providerId="ADAL" clId="{0599B59D-D098-4D7E-849B-163A13AF3B85}" dt="2018-01-20T21:14:53.956" v="1738" actId="1076"/>
          <ac:picMkLst>
            <pc:docMk/>
            <pc:sldMk cId="1414764111" sldId="1652"/>
            <ac:picMk id="8" creationId="{012C1FDD-35DD-4719-AC84-2AAADF56A4A4}"/>
          </ac:picMkLst>
        </pc:picChg>
      </pc:sldChg>
      <pc:sldChg chg="addSp delSp modSp add modNotesTx">
        <pc:chgData name="Sébastien PAULET" userId="6b23f485-01ca-4aef-9a82-cbc20d7072f9" providerId="ADAL" clId="{0599B59D-D098-4D7E-849B-163A13AF3B85}" dt="2018-01-22T14:02:11.638" v="2071" actId="20577"/>
        <pc:sldMkLst>
          <pc:docMk/>
          <pc:sldMk cId="2894641130" sldId="1653"/>
        </pc:sldMkLst>
        <pc:spChg chg="mod">
          <ac:chgData name="Sébastien PAULET" userId="6b23f485-01ca-4aef-9a82-cbc20d7072f9" providerId="ADAL" clId="{0599B59D-D098-4D7E-849B-163A13AF3B85}" dt="2018-01-20T21:04:12.990" v="1684" actId="20577"/>
          <ac:spMkLst>
            <pc:docMk/>
            <pc:sldMk cId="2894641130" sldId="1653"/>
            <ac:spMk id="3" creationId="{00000000-0000-0000-0000-000000000000}"/>
          </ac:spMkLst>
        </pc:spChg>
        <pc:spChg chg="add del mod">
          <ac:chgData name="Sébastien PAULET" userId="6b23f485-01ca-4aef-9a82-cbc20d7072f9" providerId="ADAL" clId="{0599B59D-D098-4D7E-849B-163A13AF3B85}" dt="2018-01-20T21:04:39.612" v="1692" actId="478"/>
          <ac:spMkLst>
            <pc:docMk/>
            <pc:sldMk cId="2894641130" sldId="1653"/>
            <ac:spMk id="4" creationId="{1228EDD0-D576-4BCB-9CD6-5B2B00187EB8}"/>
          </ac:spMkLst>
        </pc:spChg>
        <pc:spChg chg="del">
          <ac:chgData name="Sébastien PAULET" userId="6b23f485-01ca-4aef-9a82-cbc20d7072f9" providerId="ADAL" clId="{0599B59D-D098-4D7E-849B-163A13AF3B85}" dt="2018-01-20T21:04:36.141" v="1691" actId="478"/>
          <ac:spMkLst>
            <pc:docMk/>
            <pc:sldMk cId="2894641130" sldId="1653"/>
            <ac:spMk id="5" creationId="{00000000-0000-0000-0000-000000000000}"/>
          </ac:spMkLst>
        </pc:spChg>
        <pc:spChg chg="del">
          <ac:chgData name="Sébastien PAULET" userId="6b23f485-01ca-4aef-9a82-cbc20d7072f9" providerId="ADAL" clId="{0599B59D-D098-4D7E-849B-163A13AF3B85}" dt="2018-01-20T21:04:32.453" v="1690" actId="478"/>
          <ac:spMkLst>
            <pc:docMk/>
            <pc:sldMk cId="2894641130" sldId="1653"/>
            <ac:spMk id="7" creationId="{B153272A-A949-4D30-A79C-B351640190A0}"/>
          </ac:spMkLst>
        </pc:spChg>
        <pc:spChg chg="mod">
          <ac:chgData name="Sébastien PAULET" userId="6b23f485-01ca-4aef-9a82-cbc20d7072f9" providerId="ADAL" clId="{0599B59D-D098-4D7E-849B-163A13AF3B85}" dt="2018-01-20T21:04:21.697" v="1687" actId="1076"/>
          <ac:spMkLst>
            <pc:docMk/>
            <pc:sldMk cId="2894641130" sldId="1653"/>
            <ac:spMk id="8" creationId="{9624A0A8-8F6E-4207-A673-1BC3257765DF}"/>
          </ac:spMkLst>
        </pc:spChg>
        <pc:spChg chg="del">
          <ac:chgData name="Sébastien PAULET" userId="6b23f485-01ca-4aef-9a82-cbc20d7072f9" providerId="ADAL" clId="{0599B59D-D098-4D7E-849B-163A13AF3B85}" dt="2018-01-20T21:04:19.910" v="1686" actId="478"/>
          <ac:spMkLst>
            <pc:docMk/>
            <pc:sldMk cId="2894641130" sldId="1653"/>
            <ac:spMk id="9" creationId="{4063B4F9-964C-4F8F-8D0F-DAE17FA3D564}"/>
          </ac:spMkLst>
        </pc:spChg>
        <pc:spChg chg="add del mod">
          <ac:chgData name="Sébastien PAULET" userId="6b23f485-01ca-4aef-9a82-cbc20d7072f9" providerId="ADAL" clId="{0599B59D-D098-4D7E-849B-163A13AF3B85}" dt="2018-01-20T21:04:27.578" v="1689" actId="478"/>
          <ac:spMkLst>
            <pc:docMk/>
            <pc:sldMk cId="2894641130" sldId="1653"/>
            <ac:spMk id="10" creationId="{AE65DAE7-C6BD-4775-AEB6-50FDDE914AFE}"/>
          </ac:spMkLst>
        </pc:spChg>
        <pc:picChg chg="add mod">
          <ac:chgData name="Sébastien PAULET" userId="6b23f485-01ca-4aef-9a82-cbc20d7072f9" providerId="ADAL" clId="{0599B59D-D098-4D7E-849B-163A13AF3B85}" dt="2018-01-20T21:06:44.243" v="1714" actId="1037"/>
          <ac:picMkLst>
            <pc:docMk/>
            <pc:sldMk cId="2894641130" sldId="1653"/>
            <ac:picMk id="6" creationId="{C006EB17-9F61-4CF0-A10D-2F9CB2633077}"/>
          </ac:picMkLst>
        </pc:picChg>
      </pc:sldChg>
      <pc:sldChg chg="addSp delSp modSp add">
        <pc:chgData name="Sébastien PAULET" userId="6b23f485-01ca-4aef-9a82-cbc20d7072f9" providerId="ADAL" clId="{0599B59D-D098-4D7E-849B-163A13AF3B85}" dt="2018-01-23T15:27:06.734" v="2607" actId="20577"/>
        <pc:sldMkLst>
          <pc:docMk/>
          <pc:sldMk cId="2328442223" sldId="1654"/>
        </pc:sldMkLst>
        <pc:spChg chg="add mod ord">
          <ac:chgData name="Sébastien PAULET" userId="6b23f485-01ca-4aef-9a82-cbc20d7072f9" providerId="ADAL" clId="{0599B59D-D098-4D7E-849B-163A13AF3B85}" dt="2018-01-23T10:52:27.132" v="2184" actId="164"/>
          <ac:spMkLst>
            <pc:docMk/>
            <pc:sldMk cId="2328442223" sldId="1654"/>
            <ac:spMk id="2" creationId="{30650F52-6379-4E9E-8775-B220BD57DE67}"/>
          </ac:spMkLst>
        </pc:spChg>
        <pc:spChg chg="del mod">
          <ac:chgData name="Sébastien PAULET" userId="6b23f485-01ca-4aef-9a82-cbc20d7072f9" providerId="ADAL" clId="{0599B59D-D098-4D7E-849B-163A13AF3B85}" dt="2018-01-23T11:05:13.185" v="2385" actId="478"/>
          <ac:spMkLst>
            <pc:docMk/>
            <pc:sldMk cId="2328442223" sldId="1654"/>
            <ac:spMk id="3" creationId="{1C14ED28-E417-4E27-8878-298275C1D9C2}"/>
          </ac:spMkLst>
        </pc:spChg>
        <pc:spChg chg="mod">
          <ac:chgData name="Sébastien PAULET" userId="6b23f485-01ca-4aef-9a82-cbc20d7072f9" providerId="ADAL" clId="{0599B59D-D098-4D7E-849B-163A13AF3B85}" dt="2018-01-23T11:07:19.416" v="2424" actId="20577"/>
          <ac:spMkLst>
            <pc:docMk/>
            <pc:sldMk cId="2328442223" sldId="1654"/>
            <ac:spMk id="4" creationId="{BC220B95-314D-4793-8D0E-7A3AB87CE2F3}"/>
          </ac:spMkLst>
        </pc:spChg>
        <pc:spChg chg="add mod ord">
          <ac:chgData name="Sébastien PAULET" userId="6b23f485-01ca-4aef-9a82-cbc20d7072f9" providerId="ADAL" clId="{0599B59D-D098-4D7E-849B-163A13AF3B85}" dt="2018-01-23T10:52:20.372" v="2183" actId="164"/>
          <ac:spMkLst>
            <pc:docMk/>
            <pc:sldMk cId="2328442223" sldId="1654"/>
            <ac:spMk id="8" creationId="{1DCE1559-F6DB-4B84-9739-6EA9A4FCD348}"/>
          </ac:spMkLst>
        </pc:spChg>
        <pc:spChg chg="add mod">
          <ac:chgData name="Sébastien PAULET" userId="6b23f485-01ca-4aef-9a82-cbc20d7072f9" providerId="ADAL" clId="{0599B59D-D098-4D7E-849B-163A13AF3B85}" dt="2018-01-23T11:07:27.619" v="2433" actId="6549"/>
          <ac:spMkLst>
            <pc:docMk/>
            <pc:sldMk cId="2328442223" sldId="1654"/>
            <ac:spMk id="11" creationId="{6BFF205B-3600-4F94-B1BC-148B1D17D9EC}"/>
          </ac:spMkLst>
        </pc:spChg>
        <pc:spChg chg="add mod">
          <ac:chgData name="Sébastien PAULET" userId="6b23f485-01ca-4aef-9a82-cbc20d7072f9" providerId="ADAL" clId="{0599B59D-D098-4D7E-849B-163A13AF3B85}" dt="2018-01-23T12:58:25.576" v="2579" actId="20577"/>
          <ac:spMkLst>
            <pc:docMk/>
            <pc:sldMk cId="2328442223" sldId="1654"/>
            <ac:spMk id="12" creationId="{7E9C4ACD-CBAF-4E45-8328-C751B02990B8}"/>
          </ac:spMkLst>
        </pc:spChg>
        <pc:spChg chg="add mod">
          <ac:chgData name="Sébastien PAULET" userId="6b23f485-01ca-4aef-9a82-cbc20d7072f9" providerId="ADAL" clId="{0599B59D-D098-4D7E-849B-163A13AF3B85}" dt="2018-01-23T11:05:21.294" v="2397" actId="1035"/>
          <ac:spMkLst>
            <pc:docMk/>
            <pc:sldMk cId="2328442223" sldId="1654"/>
            <ac:spMk id="17" creationId="{C3445EC2-9D9F-45E1-BF58-63B38CFA4FD6}"/>
          </ac:spMkLst>
        </pc:spChg>
        <pc:spChg chg="add mod">
          <ac:chgData name="Sébastien PAULET" userId="6b23f485-01ca-4aef-9a82-cbc20d7072f9" providerId="ADAL" clId="{0599B59D-D098-4D7E-849B-163A13AF3B85}" dt="2018-01-23T15:27:06.734" v="2607" actId="20577"/>
          <ac:spMkLst>
            <pc:docMk/>
            <pc:sldMk cId="2328442223" sldId="1654"/>
            <ac:spMk id="18" creationId="{43B6742E-C0FB-47F3-9259-EAD969DA217B}"/>
          </ac:spMkLst>
        </pc:spChg>
        <pc:grpChg chg="add del mod">
          <ac:chgData name="Sébastien PAULET" userId="6b23f485-01ca-4aef-9a82-cbc20d7072f9" providerId="ADAL" clId="{0599B59D-D098-4D7E-849B-163A13AF3B85}" dt="2018-01-23T10:59:02.274" v="2275" actId="1036"/>
          <ac:grpSpMkLst>
            <pc:docMk/>
            <pc:sldMk cId="2328442223" sldId="1654"/>
            <ac:grpSpMk id="6" creationId="{1B4A119A-1AF4-476F-88B9-AB664290841A}"/>
          </ac:grpSpMkLst>
        </pc:grpChg>
        <pc:grpChg chg="add mod">
          <ac:chgData name="Sébastien PAULET" userId="6b23f485-01ca-4aef-9a82-cbc20d7072f9" providerId="ADAL" clId="{0599B59D-D098-4D7E-849B-163A13AF3B85}" dt="2018-01-23T11:12:06.881" v="2542" actId="1035"/>
          <ac:grpSpMkLst>
            <pc:docMk/>
            <pc:sldMk cId="2328442223" sldId="1654"/>
            <ac:grpSpMk id="9" creationId="{12C0155E-45BE-4D1B-97D4-EC621D578737}"/>
          </ac:grpSpMkLst>
        </pc:grpChg>
        <pc:grpChg chg="add mod">
          <ac:chgData name="Sébastien PAULET" userId="6b23f485-01ca-4aef-9a82-cbc20d7072f9" providerId="ADAL" clId="{0599B59D-D098-4D7E-849B-163A13AF3B85}" dt="2018-01-23T11:07:16.708" v="2420" actId="14100"/>
          <ac:grpSpMkLst>
            <pc:docMk/>
            <pc:sldMk cId="2328442223" sldId="1654"/>
            <ac:grpSpMk id="13" creationId="{7E67FBAC-FCEB-49E6-A3FA-FCB19EA4F329}"/>
          </ac:grpSpMkLst>
        </pc:grpChg>
        <pc:picChg chg="add mod">
          <ac:chgData name="Sébastien PAULET" userId="6b23f485-01ca-4aef-9a82-cbc20d7072f9" providerId="ADAL" clId="{0599B59D-D098-4D7E-849B-163A13AF3B85}" dt="2018-01-23T10:52:27.132" v="2184" actId="164"/>
          <ac:picMkLst>
            <pc:docMk/>
            <pc:sldMk cId="2328442223" sldId="1654"/>
            <ac:picMk id="5" creationId="{4A42A34C-4333-4F7A-A653-4158A9552D03}"/>
          </ac:picMkLst>
        </pc:picChg>
        <pc:picChg chg="add mod">
          <ac:chgData name="Sébastien PAULET" userId="6b23f485-01ca-4aef-9a82-cbc20d7072f9" providerId="ADAL" clId="{0599B59D-D098-4D7E-849B-163A13AF3B85}" dt="2018-01-23T10:52:20.372" v="2183" actId="164"/>
          <ac:picMkLst>
            <pc:docMk/>
            <pc:sldMk cId="2328442223" sldId="1654"/>
            <ac:picMk id="7" creationId="{68BDED46-179B-44D8-A726-EB9828FA58B5}"/>
          </ac:picMkLst>
        </pc:picChg>
        <pc:picChg chg="add mod">
          <ac:chgData name="Sébastien PAULET" userId="6b23f485-01ca-4aef-9a82-cbc20d7072f9" providerId="ADAL" clId="{0599B59D-D098-4D7E-849B-163A13AF3B85}" dt="2018-01-23T11:07:37.552" v="2434" actId="1076"/>
          <ac:picMkLst>
            <pc:docMk/>
            <pc:sldMk cId="2328442223" sldId="1654"/>
            <ac:picMk id="10" creationId="{EC7F11FE-4BA0-47C6-BE43-7C822DF9D828}"/>
          </ac:picMkLst>
        </pc:picChg>
        <pc:picChg chg="add mod">
          <ac:chgData name="Sébastien PAULET" userId="6b23f485-01ca-4aef-9a82-cbc20d7072f9" providerId="ADAL" clId="{0599B59D-D098-4D7E-849B-163A13AF3B85}" dt="2018-01-23T11:12:24.540" v="2545" actId="1036"/>
          <ac:picMkLst>
            <pc:docMk/>
            <pc:sldMk cId="2328442223" sldId="1654"/>
            <ac:picMk id="16" creationId="{E883AC25-734E-4CBE-926A-2087EE0C714C}"/>
          </ac:picMkLst>
        </pc:picChg>
      </pc:sldChg>
      <pc:sldMasterChg chg="modSldLayout">
        <pc:chgData name="Sébastien PAULET" userId="6b23f485-01ca-4aef-9a82-cbc20d7072f9" providerId="ADAL" clId="{0599B59D-D098-4D7E-849B-163A13AF3B85}" dt="2018-01-20T18:51:56.004" v="102" actId="20577"/>
        <pc:sldMasterMkLst>
          <pc:docMk/>
          <pc:sldMasterMk cId="2005544715" sldId="2147484495"/>
        </pc:sldMasterMkLst>
        <pc:sldLayoutChg chg="setBg">
          <pc:chgData name="Sébastien PAULET" userId="6b23f485-01ca-4aef-9a82-cbc20d7072f9" providerId="ADAL" clId="{0599B59D-D098-4D7E-849B-163A13AF3B85}" dt="2018-01-20T18:51:45.632" v="99" actId="20577"/>
          <pc:sldLayoutMkLst>
            <pc:docMk/>
            <pc:sldMasterMk cId="2005544715" sldId="2147484495"/>
            <pc:sldLayoutMk cId="796245250" sldId="2147484505"/>
          </pc:sldLayoutMkLst>
        </pc:sldLayoutChg>
        <pc:sldLayoutChg chg="setBg">
          <pc:chgData name="Sébastien PAULET" userId="6b23f485-01ca-4aef-9a82-cbc20d7072f9" providerId="ADAL" clId="{0599B59D-D098-4D7E-849B-163A13AF3B85}" dt="2018-01-20T18:51:48.470" v="100" actId="20577"/>
          <pc:sldLayoutMkLst>
            <pc:docMk/>
            <pc:sldMasterMk cId="2005544715" sldId="2147484495"/>
            <pc:sldLayoutMk cId="3405076042" sldId="2147484506"/>
          </pc:sldLayoutMkLst>
        </pc:sldLayoutChg>
        <pc:sldLayoutChg chg="setBg">
          <pc:chgData name="Sébastien PAULET" userId="6b23f485-01ca-4aef-9a82-cbc20d7072f9" providerId="ADAL" clId="{0599B59D-D098-4D7E-849B-163A13AF3B85}" dt="2018-01-20T18:51:52.414" v="101" actId="20577"/>
          <pc:sldLayoutMkLst>
            <pc:docMk/>
            <pc:sldMasterMk cId="2005544715" sldId="2147484495"/>
            <pc:sldLayoutMk cId="1007454243" sldId="2147484508"/>
          </pc:sldLayoutMkLst>
        </pc:sldLayoutChg>
        <pc:sldLayoutChg chg="setBg">
          <pc:chgData name="Sébastien PAULET" userId="6b23f485-01ca-4aef-9a82-cbc20d7072f9" providerId="ADAL" clId="{0599B59D-D098-4D7E-849B-163A13AF3B85}" dt="2018-01-20T18:51:56.004" v="102" actId="20577"/>
          <pc:sldLayoutMkLst>
            <pc:docMk/>
            <pc:sldMasterMk cId="2005544715" sldId="2147484495"/>
            <pc:sldLayoutMk cId="2312058579" sldId="2147484511"/>
          </pc:sldLayoutMkLst>
        </pc:sldLayoutChg>
        <pc:sldLayoutChg chg="modSp">
          <pc:chgData name="Sébastien PAULET" userId="6b23f485-01ca-4aef-9a82-cbc20d7072f9" providerId="ADAL" clId="{0599B59D-D098-4D7E-849B-163A13AF3B85}" dt="2018-01-20T18:51:41.656" v="98" actId="20577"/>
          <pc:sldLayoutMkLst>
            <pc:docMk/>
            <pc:sldMasterMk cId="2005544715" sldId="2147484495"/>
            <pc:sldLayoutMk cId="1937646889" sldId="2147484516"/>
          </pc:sldLayoutMkLst>
          <pc:spChg chg="mod">
            <ac:chgData name="Sébastien PAULET" userId="6b23f485-01ca-4aef-9a82-cbc20d7072f9" providerId="ADAL" clId="{0599B59D-D098-4D7E-849B-163A13AF3B85}" dt="2018-01-20T18:51:41.656" v="98" actId="20577"/>
            <ac:spMkLst>
              <pc:docMk/>
              <pc:sldMasterMk cId="2005544715" sldId="2147484495"/>
              <pc:sldLayoutMk cId="1937646889" sldId="2147484516"/>
              <ac:spMk id="5" creationId="{00000000-0000-0000-0000-000000000000}"/>
            </ac:spMkLst>
          </pc:spChg>
        </pc:sldLayoutChg>
      </pc:sldMasterChg>
      <pc:sldMasterChg chg="modSldLayout">
        <pc:chgData name="Sébastien PAULET" userId="6b23f485-01ca-4aef-9a82-cbc20d7072f9" providerId="ADAL" clId="{0599B59D-D098-4D7E-849B-163A13AF3B85}" dt="2018-01-20T18:52:17.850" v="107" actId="20577"/>
        <pc:sldMasterMkLst>
          <pc:docMk/>
          <pc:sldMasterMk cId="3767842624" sldId="2147484519"/>
        </pc:sldMasterMkLst>
        <pc:sldLayoutChg chg="setBg">
          <pc:chgData name="Sébastien PAULET" userId="6b23f485-01ca-4aef-9a82-cbc20d7072f9" providerId="ADAL" clId="{0599B59D-D098-4D7E-849B-163A13AF3B85}" dt="2018-01-20T18:52:00.360" v="103" actId="20577"/>
          <pc:sldLayoutMkLst>
            <pc:docMk/>
            <pc:sldMasterMk cId="3767842624" sldId="2147484519"/>
            <pc:sldLayoutMk cId="4254852052" sldId="2147484520"/>
          </pc:sldLayoutMkLst>
        </pc:sldLayoutChg>
        <pc:sldLayoutChg chg="modSp">
          <pc:chgData name="Sébastien PAULET" userId="6b23f485-01ca-4aef-9a82-cbc20d7072f9" providerId="ADAL" clId="{0599B59D-D098-4D7E-849B-163A13AF3B85}" dt="2018-01-20T18:52:06.405" v="104" actId="20577"/>
          <pc:sldLayoutMkLst>
            <pc:docMk/>
            <pc:sldMasterMk cId="3767842624" sldId="2147484519"/>
            <pc:sldLayoutMk cId="4112745383" sldId="2147484530"/>
          </pc:sldLayoutMkLst>
          <pc:spChg chg="mod">
            <ac:chgData name="Sébastien PAULET" userId="6b23f485-01ca-4aef-9a82-cbc20d7072f9" providerId="ADAL" clId="{0599B59D-D098-4D7E-849B-163A13AF3B85}" dt="2018-01-20T18:52:06.405" v="104" actId="20577"/>
            <ac:spMkLst>
              <pc:docMk/>
              <pc:sldMasterMk cId="3767842624" sldId="2147484519"/>
              <pc:sldLayoutMk cId="4112745383" sldId="2147484530"/>
              <ac:spMk id="5" creationId="{00000000-0000-0000-0000-000000000000}"/>
            </ac:spMkLst>
          </pc:spChg>
        </pc:sldLayoutChg>
        <pc:sldLayoutChg chg="setBg">
          <pc:chgData name="Sébastien PAULET" userId="6b23f485-01ca-4aef-9a82-cbc20d7072f9" providerId="ADAL" clId="{0599B59D-D098-4D7E-849B-163A13AF3B85}" dt="2018-01-20T18:52:10.034" v="105" actId="20577"/>
          <pc:sldLayoutMkLst>
            <pc:docMk/>
            <pc:sldMasterMk cId="3767842624" sldId="2147484519"/>
            <pc:sldLayoutMk cId="1673280399" sldId="2147484531"/>
          </pc:sldLayoutMkLst>
        </pc:sldLayoutChg>
        <pc:sldLayoutChg chg="setBg">
          <pc:chgData name="Sébastien PAULET" userId="6b23f485-01ca-4aef-9a82-cbc20d7072f9" providerId="ADAL" clId="{0599B59D-D098-4D7E-849B-163A13AF3B85}" dt="2018-01-20T18:52:13.758" v="106" actId="20577"/>
          <pc:sldLayoutMkLst>
            <pc:docMk/>
            <pc:sldMasterMk cId="3767842624" sldId="2147484519"/>
            <pc:sldLayoutMk cId="1685474073" sldId="2147484533"/>
          </pc:sldLayoutMkLst>
        </pc:sldLayoutChg>
        <pc:sldLayoutChg chg="setBg">
          <pc:chgData name="Sébastien PAULET" userId="6b23f485-01ca-4aef-9a82-cbc20d7072f9" providerId="ADAL" clId="{0599B59D-D098-4D7E-849B-163A13AF3B85}" dt="2018-01-20T18:52:17.850" v="107" actId="20577"/>
          <pc:sldLayoutMkLst>
            <pc:docMk/>
            <pc:sldMasterMk cId="3767842624" sldId="2147484519"/>
            <pc:sldLayoutMk cId="3851079627" sldId="2147484536"/>
          </pc:sldLayoutMkLst>
        </pc:sldLayoutChg>
      </pc:sldMasterChg>
      <pc:sldMasterChg chg="modSldLayout">
        <pc:chgData name="Sébastien PAULET" userId="6b23f485-01ca-4aef-9a82-cbc20d7072f9" providerId="ADAL" clId="{0599B59D-D098-4D7E-849B-163A13AF3B85}" dt="2018-01-20T18:52:39.927" v="112" actId="20577"/>
        <pc:sldMasterMkLst>
          <pc:docMk/>
          <pc:sldMasterMk cId="1595066715" sldId="2147484547"/>
        </pc:sldMasterMkLst>
        <pc:sldLayoutChg chg="setBg">
          <pc:chgData name="Sébastien PAULET" userId="6b23f485-01ca-4aef-9a82-cbc20d7072f9" providerId="ADAL" clId="{0599B59D-D098-4D7E-849B-163A13AF3B85}" dt="2018-01-20T18:52:24.563" v="108" actId="20577"/>
          <pc:sldLayoutMkLst>
            <pc:docMk/>
            <pc:sldMasterMk cId="1595066715" sldId="2147484547"/>
            <pc:sldLayoutMk cId="4088499006" sldId="2147484548"/>
          </pc:sldLayoutMkLst>
        </pc:sldLayoutChg>
        <pc:sldLayoutChg chg="setBg">
          <pc:chgData name="Sébastien PAULET" userId="6b23f485-01ca-4aef-9a82-cbc20d7072f9" providerId="ADAL" clId="{0599B59D-D098-4D7E-849B-163A13AF3B85}" dt="2018-01-20T18:52:28.672" v="109" actId="20577"/>
          <pc:sldLayoutMkLst>
            <pc:docMk/>
            <pc:sldMasterMk cId="1595066715" sldId="2147484547"/>
            <pc:sldLayoutMk cId="3144826093" sldId="2147484554"/>
          </pc:sldLayoutMkLst>
        </pc:sldLayoutChg>
        <pc:sldLayoutChg chg="setBg">
          <pc:chgData name="Sébastien PAULET" userId="6b23f485-01ca-4aef-9a82-cbc20d7072f9" providerId="ADAL" clId="{0599B59D-D098-4D7E-849B-163A13AF3B85}" dt="2018-01-20T18:52:32.597" v="110" actId="20577"/>
          <pc:sldLayoutMkLst>
            <pc:docMk/>
            <pc:sldMasterMk cId="1595066715" sldId="2147484547"/>
            <pc:sldLayoutMk cId="1942398124" sldId="2147484555"/>
          </pc:sldLayoutMkLst>
        </pc:sldLayoutChg>
        <pc:sldLayoutChg chg="setBg">
          <pc:chgData name="Sébastien PAULET" userId="6b23f485-01ca-4aef-9a82-cbc20d7072f9" providerId="ADAL" clId="{0599B59D-D098-4D7E-849B-163A13AF3B85}" dt="2018-01-20T18:52:36.091" v="111" actId="20577"/>
          <pc:sldLayoutMkLst>
            <pc:docMk/>
            <pc:sldMasterMk cId="1595066715" sldId="2147484547"/>
            <pc:sldLayoutMk cId="1252032164" sldId="2147484557"/>
          </pc:sldLayoutMkLst>
        </pc:sldLayoutChg>
        <pc:sldLayoutChg chg="setBg">
          <pc:chgData name="Sébastien PAULET" userId="6b23f485-01ca-4aef-9a82-cbc20d7072f9" providerId="ADAL" clId="{0599B59D-D098-4D7E-849B-163A13AF3B85}" dt="2018-01-20T18:52:39.927" v="112" actId="20577"/>
          <pc:sldLayoutMkLst>
            <pc:docMk/>
            <pc:sldMasterMk cId="1595066715" sldId="2147484547"/>
            <pc:sldLayoutMk cId="3040798709" sldId="2147484560"/>
          </pc:sldLayoutMkLst>
        </pc:sldLayoutChg>
      </pc:sldMasterChg>
      <pc:sldMasterChg chg="modSldLayout">
        <pc:chgData name="Sébastien PAULET" userId="6b23f485-01ca-4aef-9a82-cbc20d7072f9" providerId="ADAL" clId="{0599B59D-D098-4D7E-849B-163A13AF3B85}" dt="2018-01-20T18:53:02.982" v="117" actId="20577"/>
        <pc:sldMasterMkLst>
          <pc:docMk/>
          <pc:sldMasterMk cId="953490732" sldId="2147484565"/>
        </pc:sldMasterMkLst>
        <pc:sldLayoutChg chg="setBg">
          <pc:chgData name="Sébastien PAULET" userId="6b23f485-01ca-4aef-9a82-cbc20d7072f9" providerId="ADAL" clId="{0599B59D-D098-4D7E-849B-163A13AF3B85}" dt="2018-01-20T18:52:48.242" v="113" actId="20577"/>
          <pc:sldLayoutMkLst>
            <pc:docMk/>
            <pc:sldMasterMk cId="953490732" sldId="2147484565"/>
            <pc:sldLayoutMk cId="2892893718" sldId="2147484566"/>
          </pc:sldLayoutMkLst>
        </pc:sldLayoutChg>
        <pc:sldLayoutChg chg="setBg">
          <pc:chgData name="Sébastien PAULET" userId="6b23f485-01ca-4aef-9a82-cbc20d7072f9" providerId="ADAL" clId="{0599B59D-D098-4D7E-849B-163A13AF3B85}" dt="2018-01-20T18:52:52.350" v="114" actId="20577"/>
          <pc:sldLayoutMkLst>
            <pc:docMk/>
            <pc:sldMasterMk cId="953490732" sldId="2147484565"/>
            <pc:sldLayoutMk cId="3173718048" sldId="2147484572"/>
          </pc:sldLayoutMkLst>
        </pc:sldLayoutChg>
        <pc:sldLayoutChg chg="setBg">
          <pc:chgData name="Sébastien PAULET" userId="6b23f485-01ca-4aef-9a82-cbc20d7072f9" providerId="ADAL" clId="{0599B59D-D098-4D7E-849B-163A13AF3B85}" dt="2018-01-20T18:52:55.750" v="115" actId="20577"/>
          <pc:sldLayoutMkLst>
            <pc:docMk/>
            <pc:sldMasterMk cId="953490732" sldId="2147484565"/>
            <pc:sldLayoutMk cId="2951829415" sldId="2147484573"/>
          </pc:sldLayoutMkLst>
        </pc:sldLayoutChg>
        <pc:sldLayoutChg chg="setBg">
          <pc:chgData name="Sébastien PAULET" userId="6b23f485-01ca-4aef-9a82-cbc20d7072f9" providerId="ADAL" clId="{0599B59D-D098-4D7E-849B-163A13AF3B85}" dt="2018-01-20T18:52:59.060" v="116" actId="20577"/>
          <pc:sldLayoutMkLst>
            <pc:docMk/>
            <pc:sldMasterMk cId="953490732" sldId="2147484565"/>
            <pc:sldLayoutMk cId="2506975061" sldId="2147484575"/>
          </pc:sldLayoutMkLst>
        </pc:sldLayoutChg>
        <pc:sldLayoutChg chg="setBg">
          <pc:chgData name="Sébastien PAULET" userId="6b23f485-01ca-4aef-9a82-cbc20d7072f9" providerId="ADAL" clId="{0599B59D-D098-4D7E-849B-163A13AF3B85}" dt="2018-01-20T18:53:02.982" v="117" actId="20577"/>
          <pc:sldLayoutMkLst>
            <pc:docMk/>
            <pc:sldMasterMk cId="953490732" sldId="2147484565"/>
            <pc:sldLayoutMk cId="4018951737" sldId="2147484578"/>
          </pc:sldLayoutMkLst>
        </pc:sldLayoutChg>
      </pc:sldMasterChg>
    </pc:docChg>
  </pc:docChgLst>
  <pc:docChgLst>
    <pc:chgData name="Sébastien PAULET" userId="6b23f485-01ca-4aef-9a82-cbc20d7072f9" providerId="ADAL" clId="{DB8C3F60-83EE-4AF6-B6C2-678AB9D854FD}"/>
    <pc:docChg chg="delSld modSection">
      <pc:chgData name="Sébastien PAULET" userId="6b23f485-01ca-4aef-9a82-cbc20d7072f9" providerId="ADAL" clId="{DB8C3F60-83EE-4AF6-B6C2-678AB9D854FD}" dt="2018-01-20T18:39:19.142" v="0" actId="269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0CB2F-F0BF-435A-A27A-2EC15087F634}" type="datetime8">
              <a:rPr lang="en-US" smtClean="0">
                <a:latin typeface="Segoe UI" pitchFamily="34" charset="0"/>
              </a:rPr>
              <a:t>1/23/2018 1:53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‹N°›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996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826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E274-BF43-4211-8DCF-78FA0E9C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/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/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8BDD93-24FC-4AED-AA78-DB88DAE56F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46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68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vs </a:t>
            </a:r>
            <a:r>
              <a:rPr lang="en-US"/>
              <a:t>V2 authentication https://docs.microsoft.com/en-us/azure/active-directory/develop/active-directory-v2-limitations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814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16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https://graph.microsoft.com/v1.0/me/calendarview?startdatetime=2018-01-23T00:00:00.000Z&amp;enddatetime</a:t>
            </a:r>
            <a:r>
              <a:rPr lang="en-US"/>
              <a:t>=2018-01-23T23:59:59.999Z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24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Durée</a:t>
            </a:r>
            <a:r>
              <a:rPr lang="en-US" dirty="0"/>
              <a:t> de vie des </a:t>
            </a:r>
            <a:r>
              <a:rPr lang="en-US" dirty="0" err="1"/>
              <a:t>jetons</a:t>
            </a:r>
            <a:r>
              <a:rPr lang="en-US" dirty="0"/>
              <a:t> : https://docs.microsoft.com/fr-fr/azure/active-directory/active-directory-configurable-token-lifetimes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082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25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1/23/2018 1:53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13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1211263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041371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13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31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78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36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93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9199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3280903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18636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832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740132"/>
            <a:ext cx="4892040" cy="1514261"/>
          </a:xfrm>
        </p:spPr>
        <p:txBody>
          <a:bodyPr wrap="square" anchor="ctr">
            <a:spAutoFit/>
          </a:bodyPr>
          <a:lstStyle>
            <a:lvl1pPr>
              <a:defRPr sz="48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5441315" y="0"/>
            <a:ext cx="6995160" cy="699258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8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10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038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969" y="295274"/>
            <a:ext cx="7043233" cy="91757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20970" y="4868863"/>
            <a:ext cx="7042456" cy="1828800"/>
          </a:xfrm>
        </p:spPr>
        <p:txBody>
          <a:bodyPr wrap="square">
            <a:noAutofit/>
          </a:bodyPr>
          <a:lstStyle>
            <a:lvl1pPr marL="0" indent="0">
              <a:spcBef>
                <a:spcPts val="1800"/>
              </a:spcBef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4925696" cy="6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1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10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12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40" y="1212852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513" indent="0">
              <a:buNone/>
              <a:defRPr/>
            </a:lvl3pPr>
            <a:lvl4pPr marL="457024" indent="0">
              <a:buNone/>
              <a:defRPr/>
            </a:lvl4pPr>
            <a:lvl5pPr marL="685537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92661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4949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1220567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050675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47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57024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2157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 dirty="0"/>
              <a:t>Click to edit Master text styles</a:t>
            </a:r>
          </a:p>
          <a:p>
            <a:pPr marL="712788" marR="0" lvl="1" indent="-4572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Second level</a:t>
            </a:r>
          </a:p>
          <a:p>
            <a:pPr marL="908050" marR="0" lvl="2" indent="-4572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Third level</a:t>
            </a:r>
          </a:p>
          <a:p>
            <a:pPr marL="1109662" marR="0" lvl="3" indent="-4572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Fourth level</a:t>
            </a:r>
          </a:p>
          <a:p>
            <a:pPr marL="1311275" marR="0" lvl="4" indent="-4572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53060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Click to edit Master text styles</a:t>
            </a:r>
          </a:p>
          <a:p>
            <a:pPr marL="427038" marR="0" lvl="1" indent="-17145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Second level</a:t>
            </a:r>
          </a:p>
          <a:p>
            <a:pPr marL="639763" marR="0" lvl="2" indent="-188913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Third level</a:t>
            </a:r>
          </a:p>
          <a:p>
            <a:pPr marL="828675" marR="0" lvl="3" indent="-176213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Fourth level</a:t>
            </a:r>
          </a:p>
          <a:p>
            <a:pPr marL="1023938" marR="0" lvl="4" indent="-169863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650135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102778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solidFill>
            <a:srgbClr val="F0525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7646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6245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3405076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7440629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07454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740132"/>
            <a:ext cx="4892040" cy="1514261"/>
          </a:xfrm>
        </p:spPr>
        <p:txBody>
          <a:bodyPr wrap="square" anchor="ctr">
            <a:spAutoFit/>
          </a:bodyPr>
          <a:lstStyle>
            <a:lvl1pPr>
              <a:defRPr sz="48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5441315" y="0"/>
            <a:ext cx="6995160" cy="699258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67155633"/>
      </p:ext>
    </p:extLst>
  </p:cSld>
  <p:clrMapOvr>
    <a:masterClrMapping/>
  </p:clrMapOvr>
  <p:transition>
    <p:fade/>
  </p:transition>
  <p:extLst mod="1"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969" y="295274"/>
            <a:ext cx="7043233" cy="91757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20970" y="4868863"/>
            <a:ext cx="7042456" cy="1828800"/>
          </a:xfrm>
        </p:spPr>
        <p:txBody>
          <a:bodyPr wrap="square">
            <a:noAutofit/>
          </a:bodyPr>
          <a:lstStyle>
            <a:lvl1pPr marL="0" indent="0">
              <a:spcBef>
                <a:spcPts val="1800"/>
              </a:spcBef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4925696" cy="6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7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420015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05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737675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12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7246813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254852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13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95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0682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1635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638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20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96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889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436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solidFill>
            <a:srgbClr val="F0525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274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73280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3100593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5474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31022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61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079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423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40862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84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922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882" y="6529422"/>
            <a:ext cx="12434711" cy="479744"/>
          </a:xfrm>
          <a:prstGeom prst="rect">
            <a:avLst/>
          </a:prstGeom>
          <a:solidFill>
            <a:schemeClr val="tx2"/>
          </a:solidFill>
          <a:ln w="1079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45713" rIns="0" bIns="45713" numCol="1" rtlCol="0" anchor="ctr" anchorCtr="0" compatLnSpc="1">
            <a:prstTxWarp prst="textNoShape">
              <a:avLst/>
            </a:prstTxWarp>
          </a:bodyPr>
          <a:lstStyle/>
          <a:p>
            <a:pPr algn="ctr" defTabSz="913926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764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8837" y="6529422"/>
            <a:ext cx="1314642" cy="47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96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76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5575978" y="6516235"/>
            <a:ext cx="1284519" cy="295466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0"/>
              </a:spcAft>
              <a:defRPr sz="800">
                <a:gradFill>
                  <a:gsLst>
                    <a:gs pos="4192">
                      <a:schemeClr val="bg1"/>
                    </a:gs>
                    <a:gs pos="1200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>
                <a:gradFill>
                  <a:gsLst>
                    <a:gs pos="10359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5" name="Freeform 4"/>
          <p:cNvSpPr>
            <a:spLocks noChangeAspect="1" noEditPoints="1"/>
          </p:cNvSpPr>
          <p:nvPr userDrawn="1"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446415" y="6481029"/>
            <a:ext cx="1571456" cy="295466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2931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erior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/>
          </p:cNvSpPr>
          <p:nvPr/>
        </p:nvSpPr>
        <p:spPr>
          <a:xfrm>
            <a:off x="0" y="0"/>
            <a:ext cx="12436475" cy="1243471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 dirty="0"/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>
          <a:xfrm>
            <a:off x="0" y="1261870"/>
            <a:ext cx="12436475" cy="2490041"/>
          </a:xfrm>
          <a:prstGeom prst="rect">
            <a:avLst/>
          </a:prstGeom>
        </p:spPr>
        <p:txBody>
          <a:bodyPr lIns="182880" tIns="182880" rIns="182880" bIns="182880"/>
          <a:lstStyle>
            <a:lvl1pPr marL="0" indent="0">
              <a:spcBef>
                <a:spcPts val="1360"/>
              </a:spcBef>
              <a:buFont typeface="Arial"/>
              <a:buNone/>
              <a:defRPr sz="3264" baseline="0">
                <a:solidFill>
                  <a:schemeClr val="tx1"/>
                </a:solidFill>
                <a:latin typeface="Segoe UI Light"/>
                <a:cs typeface="Segoe UI Light"/>
              </a:defRPr>
            </a:lvl1pPr>
            <a:lvl2pPr marL="901488" indent="-466287">
              <a:spcBef>
                <a:spcPts val="1360"/>
              </a:spcBef>
              <a:buFont typeface="Arial" panose="020B0604020202020204" pitchFamily="34" charset="0"/>
              <a:buChar char="•"/>
              <a:defRPr sz="3264">
                <a:solidFill>
                  <a:schemeClr val="bg2"/>
                </a:solidFill>
                <a:latin typeface="Segoe UI Light"/>
                <a:cs typeface="Segoe UI Light"/>
              </a:defRPr>
            </a:lvl2pPr>
            <a:lvl3pPr marL="1243431">
              <a:spcBef>
                <a:spcPts val="1360"/>
              </a:spcBef>
              <a:buFont typeface="Arial"/>
              <a:buChar char="•"/>
              <a:defRPr sz="2991">
                <a:solidFill>
                  <a:schemeClr val="bg2"/>
                </a:solidFill>
                <a:latin typeface="Segoe UI Light"/>
                <a:cs typeface="Segoe UI Light"/>
              </a:defRPr>
            </a:lvl3pPr>
            <a:lvl4pPr marL="1740803">
              <a:spcBef>
                <a:spcPts val="1360"/>
              </a:spcBef>
              <a:buFont typeface="Arial"/>
              <a:buChar char="•"/>
              <a:defRPr sz="2720" baseline="0">
                <a:solidFill>
                  <a:schemeClr val="bg2"/>
                </a:solidFill>
                <a:latin typeface="Segoe UI Light"/>
                <a:cs typeface="Segoe UI Light"/>
              </a:defRPr>
            </a:lvl4pPr>
            <a:lvl5pPr marL="1989489" indent="248686">
              <a:spcBef>
                <a:spcPts val="1360"/>
              </a:spcBef>
              <a:buFont typeface="Arial"/>
              <a:buChar char="•"/>
              <a:tabLst>
                <a:tab pos="2178164" algn="l"/>
              </a:tabLst>
              <a:defRPr sz="2448" baseline="0">
                <a:solidFill>
                  <a:schemeClr val="bg2"/>
                </a:solidFill>
                <a:latin typeface="Segoe UI Light"/>
                <a:cs typeface="Segoe UI Light"/>
              </a:defRPr>
            </a:lvl5pPr>
          </a:lstStyle>
          <a:p>
            <a:pPr lvl="1"/>
            <a:r>
              <a:rPr lang="en-US" dirty="0"/>
              <a:t>Bullet first level</a:t>
            </a:r>
          </a:p>
          <a:p>
            <a:pPr lvl="2"/>
            <a:r>
              <a:rPr lang="en-US" dirty="0"/>
              <a:t>Bullet second level</a:t>
            </a:r>
          </a:p>
          <a:p>
            <a:pPr lvl="3"/>
            <a:r>
              <a:rPr lang="en-US" dirty="0"/>
              <a:t>Bullet third level</a:t>
            </a:r>
          </a:p>
          <a:p>
            <a:pPr lvl="4"/>
            <a:r>
              <a:rPr lang="en-US" dirty="0"/>
              <a:t>Bullet fourth level</a:t>
            </a:r>
          </a:p>
        </p:txBody>
      </p:sp>
      <p:sp>
        <p:nvSpPr>
          <p:cNvPr id="20" name="Title 1"/>
          <p:cNvSpPr>
            <a:spLocks noGrp="1" noChangeAspect="1"/>
          </p:cNvSpPr>
          <p:nvPr>
            <p:ph type="title"/>
          </p:nvPr>
        </p:nvSpPr>
        <p:spPr>
          <a:xfrm>
            <a:off x="141809" y="-3"/>
            <a:ext cx="11178721" cy="1236019"/>
          </a:xfrm>
          <a:prstGeom prst="rect">
            <a:avLst/>
          </a:prstGeom>
        </p:spPr>
        <p:txBody>
          <a:bodyPr lIns="91440" tIns="91440" bIns="91440" anchor="ctr"/>
          <a:lstStyle>
            <a:lvl1pPr algn="l">
              <a:defRPr sz="4080">
                <a:solidFill>
                  <a:srgbClr val="FFFFFF"/>
                </a:solidFill>
                <a:latin typeface="Segoe UI Light"/>
                <a:cs typeface="Segoe UI Ligh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8956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1211263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041371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21F7F-CA5F-4609-9E53-094261A2A8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7017" y="291533"/>
            <a:ext cx="4023345" cy="553998"/>
          </a:xfrm>
          <a:noFill/>
        </p:spPr>
        <p:txBody>
          <a:bodyPr vert="horz" wrap="square" lIns="164592" tIns="109728" rIns="164592" bIns="109728" rtlCol="0">
            <a:spAutoFit/>
          </a:bodyPr>
          <a:lstStyle>
            <a:lvl1pPr marL="0" indent="0" algn="r">
              <a:buNone/>
              <a:defRPr lang="en-US" sz="2400" dirty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US" dirty="0"/>
              <a:t>Session Code</a:t>
            </a:r>
          </a:p>
        </p:txBody>
      </p:sp>
    </p:spTree>
    <p:extLst>
      <p:ext uri="{BB962C8B-B14F-4D97-AF65-F5344CB8AC3E}">
        <p14:creationId xmlns:p14="http://schemas.microsoft.com/office/powerpoint/2010/main" val="4088499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03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16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10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9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144826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942398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9812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52032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740132"/>
            <a:ext cx="4892040" cy="1514261"/>
          </a:xfrm>
        </p:spPr>
        <p:txBody>
          <a:bodyPr wrap="square" anchor="ctr">
            <a:spAutoFit/>
          </a:bodyPr>
          <a:lstStyle>
            <a:lvl1pPr>
              <a:defRPr sz="48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5441315" y="0"/>
            <a:ext cx="6995160" cy="699258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7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16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798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969" y="295274"/>
            <a:ext cx="7043233" cy="91757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20970" y="4868863"/>
            <a:ext cx="7042456" cy="1828800"/>
          </a:xfrm>
        </p:spPr>
        <p:txBody>
          <a:bodyPr wrap="square">
            <a:noAutofit/>
          </a:bodyPr>
          <a:lstStyle>
            <a:lvl1pPr marL="0" indent="0">
              <a:spcBef>
                <a:spcPts val="1800"/>
              </a:spcBef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4925696" cy="6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2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42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73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401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1211263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041371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93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40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2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96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81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94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173718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125677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2951829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466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06975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2740132"/>
            <a:ext cx="4892040" cy="1514261"/>
          </a:xfrm>
        </p:spPr>
        <p:txBody>
          <a:bodyPr wrap="square" anchor="ctr">
            <a:spAutoFit/>
          </a:bodyPr>
          <a:lstStyle>
            <a:lvl1pPr>
              <a:defRPr sz="48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Square photo layout</a:t>
            </a:r>
          </a:p>
        </p:txBody>
      </p:sp>
      <p:sp>
        <p:nvSpPr>
          <p:cNvPr id="6" name="Picture Placeholder 4"/>
          <p:cNvSpPr>
            <a:spLocks noGrp="1" noChangeAspect="1"/>
          </p:cNvSpPr>
          <p:nvPr>
            <p:ph type="pic" sz="quarter" idx="10"/>
          </p:nvPr>
        </p:nvSpPr>
        <p:spPr bwMode="ltGray">
          <a:xfrm>
            <a:off x="5441315" y="0"/>
            <a:ext cx="6995160" cy="699258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42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427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04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F0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951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969" y="295274"/>
            <a:ext cx="7043233" cy="91757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120970" y="4868863"/>
            <a:ext cx="7042456" cy="1828800"/>
          </a:xfrm>
        </p:spPr>
        <p:txBody>
          <a:bodyPr wrap="square">
            <a:noAutofit/>
          </a:bodyPr>
          <a:lstStyle>
            <a:lvl1pPr marL="0" indent="0">
              <a:spcBef>
                <a:spcPts val="1800"/>
              </a:spcBef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 descr="Image of Ignite app on a Windows Device." title="Ignite event image">
            <a:extLst>
              <a:ext uri="{FF2B5EF4-FFF2-40B4-BE49-F238E27FC236}">
                <a16:creationId xmlns:a16="http://schemas.microsoft.com/office/drawing/2014/main" id="{E803C22C-E970-4ADA-A60C-5127C1C2C1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4925696" cy="69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7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68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70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463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58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2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95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89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0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80" r:id="rId2"/>
    <p:sldLayoutId id="2147484481" r:id="rId3"/>
    <p:sldLayoutId id="2147484482" r:id="rId4"/>
    <p:sldLayoutId id="2147484483" r:id="rId5"/>
    <p:sldLayoutId id="2147484484" r:id="rId6"/>
    <p:sldLayoutId id="2147484485" r:id="rId7"/>
    <p:sldLayoutId id="2147484486" r:id="rId8"/>
    <p:sldLayoutId id="2147484487" r:id="rId9"/>
    <p:sldLayoutId id="2147484488" r:id="rId10"/>
    <p:sldLayoutId id="2147484489" r:id="rId11"/>
    <p:sldLayoutId id="2147484490" r:id="rId12"/>
    <p:sldLayoutId id="2147484491" r:id="rId13"/>
    <p:sldLayoutId id="2147484517" r:id="rId14"/>
    <p:sldLayoutId id="2147484492" r:id="rId15"/>
    <p:sldLayoutId id="2147484493" r:id="rId16"/>
    <p:sldLayoutId id="2147484494" r:id="rId17"/>
    <p:sldLayoutId id="2147484545" r:id="rId18"/>
    <p:sldLayoutId id="2147484546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44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98" r:id="rId1"/>
    <p:sldLayoutId id="2147484500" r:id="rId2"/>
    <p:sldLayoutId id="2147484501" r:id="rId3"/>
    <p:sldLayoutId id="2147484502" r:id="rId4"/>
    <p:sldLayoutId id="2147484503" r:id="rId5"/>
    <p:sldLayoutId id="2147484504" r:id="rId6"/>
    <p:sldLayoutId id="2147484516" r:id="rId7"/>
    <p:sldLayoutId id="2147484505" r:id="rId8"/>
    <p:sldLayoutId id="2147484506" r:id="rId9"/>
    <p:sldLayoutId id="2147484507" r:id="rId10"/>
    <p:sldLayoutId id="2147484508" r:id="rId11"/>
    <p:sldLayoutId id="2147484509" r:id="rId12"/>
    <p:sldLayoutId id="2147484518" r:id="rId13"/>
    <p:sldLayoutId id="2147484510" r:id="rId14"/>
    <p:sldLayoutId id="2147484511" r:id="rId15"/>
    <p:sldLayoutId id="2147484512" r:id="rId16"/>
    <p:sldLayoutId id="2147484513" r:id="rId17"/>
    <p:sldLayoutId id="2147484514" r:id="rId18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784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6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8" r:id="rId1"/>
    <p:sldLayoutId id="2147484549" r:id="rId2"/>
    <p:sldLayoutId id="2147484550" r:id="rId3"/>
    <p:sldLayoutId id="2147484551" r:id="rId4"/>
    <p:sldLayoutId id="2147484552" r:id="rId5"/>
    <p:sldLayoutId id="2147484553" r:id="rId6"/>
    <p:sldLayoutId id="2147484554" r:id="rId7"/>
    <p:sldLayoutId id="2147484555" r:id="rId8"/>
    <p:sldLayoutId id="2147484556" r:id="rId9"/>
    <p:sldLayoutId id="2147484557" r:id="rId10"/>
    <p:sldLayoutId id="2147484558" r:id="rId11"/>
    <p:sldLayoutId id="2147484559" r:id="rId12"/>
    <p:sldLayoutId id="2147484560" r:id="rId13"/>
    <p:sldLayoutId id="2147484561" r:id="rId14"/>
    <p:sldLayoutId id="2147484562" r:id="rId15"/>
    <p:sldLayoutId id="2147484563" r:id="rId16"/>
    <p:sldLayoutId id="2147484564" r:id="rId17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90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66" r:id="rId1"/>
    <p:sldLayoutId id="2147484567" r:id="rId2"/>
    <p:sldLayoutId id="2147484568" r:id="rId3"/>
    <p:sldLayoutId id="2147484569" r:id="rId4"/>
    <p:sldLayoutId id="2147484570" r:id="rId5"/>
    <p:sldLayoutId id="2147484571" r:id="rId6"/>
    <p:sldLayoutId id="2147484572" r:id="rId7"/>
    <p:sldLayoutId id="2147484573" r:id="rId8"/>
    <p:sldLayoutId id="2147484574" r:id="rId9"/>
    <p:sldLayoutId id="2147484575" r:id="rId10"/>
    <p:sldLayoutId id="2147484576" r:id="rId11"/>
    <p:sldLayoutId id="2147484577" r:id="rId12"/>
    <p:sldLayoutId id="2147484578" r:id="rId13"/>
    <p:sldLayoutId id="2147484579" r:id="rId14"/>
    <p:sldLayoutId id="2147484580" r:id="rId15"/>
    <p:sldLayoutId id="2147484581" r:id="rId16"/>
    <p:sldLayoutId id="2147484582" r:id="rId17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8" y="2125662"/>
            <a:ext cx="11887200" cy="2179058"/>
          </a:xfrm>
        </p:spPr>
        <p:txBody>
          <a:bodyPr/>
          <a:lstStyle/>
          <a:p>
            <a:r>
              <a:rPr lang="en-US" dirty="0"/>
              <a:t>Use #BRK4031 throughout the session…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6A62E30-A3CF-4EDB-BFCD-559AD7380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9" y="373062"/>
            <a:ext cx="12418256" cy="6385859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F043CC80-4165-440D-BF92-DAA98FEB8036}"/>
              </a:ext>
            </a:extLst>
          </p:cNvPr>
          <p:cNvSpPr/>
          <p:nvPr/>
        </p:nvSpPr>
        <p:spPr bwMode="auto">
          <a:xfrm>
            <a:off x="9799637" y="2430462"/>
            <a:ext cx="1524000" cy="1524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fr-FR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6C10522-EF4B-44CA-A5ED-AB4F0BFF399B}"/>
              </a:ext>
            </a:extLst>
          </p:cNvPr>
          <p:cNvSpPr txBox="1"/>
          <p:nvPr/>
        </p:nvSpPr>
        <p:spPr>
          <a:xfrm>
            <a:off x="731837" y="4030662"/>
            <a:ext cx="2286000" cy="82176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fr-FR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Estelle Auberix </a:t>
            </a:r>
            <a:br>
              <a:rPr lang="fr-FR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</a:br>
            <a:r>
              <a:rPr lang="fr-FR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@</a:t>
            </a:r>
            <a:r>
              <a:rPr lang="fr-FR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FollowEstelle</a:t>
            </a:r>
            <a:endParaRPr lang="fr-FR" sz="24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BECAAF3-3E3F-491B-84B1-0D60EB578327}"/>
              </a:ext>
            </a:extLst>
          </p:cNvPr>
          <p:cNvSpPr txBox="1"/>
          <p:nvPr/>
        </p:nvSpPr>
        <p:spPr>
          <a:xfrm>
            <a:off x="3627437" y="4030662"/>
            <a:ext cx="2286000" cy="82176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fr-FR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Maxime Eglem</a:t>
            </a:r>
            <a:br>
              <a:rPr lang="fr-FR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</a:br>
            <a:r>
              <a:rPr lang="fr-FR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@</a:t>
            </a:r>
            <a:r>
              <a:rPr lang="fr-FR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meximeEglem</a:t>
            </a:r>
            <a:endParaRPr lang="fr-FR" sz="24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4A6A561-6F3A-4FE8-9B8A-C42C25144F7C}"/>
              </a:ext>
            </a:extLst>
          </p:cNvPr>
          <p:cNvSpPr txBox="1"/>
          <p:nvPr/>
        </p:nvSpPr>
        <p:spPr>
          <a:xfrm>
            <a:off x="6599237" y="4030661"/>
            <a:ext cx="2286000" cy="82176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fr-FR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Sébastien Paulet</a:t>
            </a:r>
            <a:br>
              <a:rPr lang="fr-FR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</a:br>
            <a:r>
              <a:rPr lang="fr-FR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@</a:t>
            </a:r>
            <a:r>
              <a:rPr lang="fr-FR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SP_twit</a:t>
            </a:r>
            <a:endParaRPr lang="fr-FR" sz="24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C46A428-701F-4929-800C-4729FD97C9ED}"/>
              </a:ext>
            </a:extLst>
          </p:cNvPr>
          <p:cNvSpPr txBox="1"/>
          <p:nvPr/>
        </p:nvSpPr>
        <p:spPr>
          <a:xfrm>
            <a:off x="9418637" y="4030661"/>
            <a:ext cx="2286000" cy="82176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fr-FR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Benjamin Tolaval</a:t>
            </a:r>
            <a:br>
              <a:rPr lang="fr-FR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</a:br>
            <a:r>
              <a:rPr lang="fr-FR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@</a:t>
            </a:r>
            <a:r>
              <a:rPr lang="fr-FR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BenTolaval</a:t>
            </a:r>
            <a:endParaRPr lang="fr-FR" sz="24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48843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14ED28-E417-4E27-8878-298275C1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Objectifs</a:t>
            </a:r>
            <a:r>
              <a:rPr lang="en-US" dirty="0"/>
              <a:t> du Hand On Lab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20B95-314D-4793-8D0E-7A3AB87CE2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40" y="1212852"/>
            <a:ext cx="11887200" cy="3871829"/>
          </a:xfrm>
        </p:spPr>
        <p:txBody>
          <a:bodyPr/>
          <a:lstStyle/>
          <a:p>
            <a:r>
              <a:rPr lang="en-US" dirty="0" err="1"/>
              <a:t>Théorie</a:t>
            </a:r>
            <a:r>
              <a:rPr lang="en-US" dirty="0"/>
              <a:t>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Comprendre</a:t>
            </a:r>
            <a:r>
              <a:rPr lang="en-US" dirty="0"/>
              <a:t> </a:t>
            </a:r>
            <a:r>
              <a:rPr lang="en-US" dirty="0" err="1"/>
              <a:t>l’API</a:t>
            </a:r>
            <a:r>
              <a:rPr lang="en-US" dirty="0"/>
              <a:t> Graph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utilisations</a:t>
            </a: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Ses</a:t>
            </a:r>
            <a:r>
              <a:rPr lang="en-US" dirty="0"/>
              <a:t> modes </a:t>
            </a:r>
            <a:r>
              <a:rPr lang="en-US" dirty="0" err="1"/>
              <a:t>d’authentification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Pratique</a:t>
            </a: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Exemple</a:t>
            </a:r>
            <a:r>
              <a:rPr lang="en-US" dirty="0"/>
              <a:t> </a:t>
            </a:r>
            <a:r>
              <a:rPr lang="en-US" dirty="0" err="1"/>
              <a:t>d’appli</a:t>
            </a:r>
            <a:r>
              <a:rPr lang="en-US" dirty="0"/>
              <a:t> mobile </a:t>
            </a:r>
            <a:r>
              <a:rPr lang="en-US" dirty="0" err="1"/>
              <a:t>en</a:t>
            </a:r>
            <a:r>
              <a:rPr lang="en-US" dirty="0"/>
              <a:t> Xamarin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Exemple</a:t>
            </a:r>
            <a:r>
              <a:rPr lang="en-US" dirty="0"/>
              <a:t> client web </a:t>
            </a:r>
            <a:r>
              <a:rPr lang="en-US" dirty="0" err="1"/>
              <a:t>en</a:t>
            </a:r>
            <a:r>
              <a:rPr lang="en-US" dirty="0"/>
              <a:t> JS + Angular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80061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/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/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Qu’est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que MS Graph API?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33E1E896-24F0-461F-96F3-8CF466693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37" y="1235391"/>
            <a:ext cx="11353019" cy="554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2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20A48A-6589-4A8B-B5D6-74797FB5C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7" y="2125677"/>
            <a:ext cx="11201399" cy="1181862"/>
          </a:xfrm>
        </p:spPr>
        <p:txBody>
          <a:bodyPr/>
          <a:lstStyle/>
          <a:p>
            <a:r>
              <a:rPr lang="en-US" dirty="0"/>
              <a:t>Demo: Package and Deploy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CADC4-9230-4214-8D55-661F4C97E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Chakkaradeep (Chaks) Chandran</a:t>
            </a: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733846E-5E53-408B-A58E-EEE85847B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" y="0"/>
            <a:ext cx="12434711" cy="6994525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3D1DA1E-14D9-470C-8C00-1B45BDA93113}"/>
              </a:ext>
            </a:extLst>
          </p:cNvPr>
          <p:cNvSpPr txBox="1">
            <a:spLocks/>
          </p:cNvSpPr>
          <p:nvPr/>
        </p:nvSpPr>
        <p:spPr>
          <a:xfrm>
            <a:off x="2628972" y="4693127"/>
            <a:ext cx="8001000" cy="1181862"/>
          </a:xfrm>
          <a:prstGeom prst="rect">
            <a:avLst/>
          </a:prstGeom>
          <a:noFill/>
        </p:spPr>
        <p:txBody>
          <a:bodyPr vert="horz" wrap="square" lIns="146304" tIns="91440" rIns="146304" bIns="9144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b="0" kern="1200" cap="none" spc="-100" baseline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fr-FR" dirty="0"/>
              <a:t>One to </a:t>
            </a:r>
            <a:r>
              <a:rPr lang="fr-FR" dirty="0" err="1"/>
              <a:t>rule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BC88DC-9D1B-4AB3-870A-F427E260CF4B}"/>
              </a:ext>
            </a:extLst>
          </p:cNvPr>
          <p:cNvSpPr/>
          <p:nvPr/>
        </p:nvSpPr>
        <p:spPr bwMode="auto">
          <a:xfrm>
            <a:off x="3398837" y="6126134"/>
            <a:ext cx="6172200" cy="533400"/>
          </a:xfrm>
          <a:prstGeom prst="rect">
            <a:avLst/>
          </a:prstGeom>
          <a:solidFill>
            <a:srgbClr val="F052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ourier New" panose="02070309020205020404" pitchFamily="49" charset="0"/>
                <a:ea typeface="Segoe UI" pitchFamily="34" charset="0"/>
                <a:cs typeface="Courier New" panose="02070309020205020404" pitchFamily="49" charset="0"/>
              </a:rPr>
              <a:t>https://graph.windows.net</a:t>
            </a:r>
          </a:p>
        </p:txBody>
      </p:sp>
    </p:spTree>
    <p:extLst>
      <p:ext uri="{BB962C8B-B14F-4D97-AF65-F5344CB8AC3E}">
        <p14:creationId xmlns:p14="http://schemas.microsoft.com/office/powerpoint/2010/main" val="170114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572464"/>
          </a:xfrm>
        </p:spPr>
        <p:txBody>
          <a:bodyPr/>
          <a:lstStyle/>
          <a:p>
            <a:r>
              <a:rPr lang="en-US" sz="2800" dirty="0" err="1"/>
              <a:t>Communiquer</a:t>
            </a:r>
            <a:r>
              <a:rPr lang="en-US" sz="2800" dirty="0"/>
              <a:t> avec les applications</a:t>
            </a:r>
            <a:endParaRPr lang="fi-FI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Pour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763B094-30CA-44E8-9893-0A01C1842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436475" cy="644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2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5786199"/>
          </a:xfrm>
        </p:spPr>
        <p:txBody>
          <a:bodyPr/>
          <a:lstStyle/>
          <a:p>
            <a:r>
              <a:rPr lang="en-US" sz="2800" dirty="0"/>
              <a:t>(-) </a:t>
            </a:r>
            <a:r>
              <a:rPr lang="en-US" sz="2800" dirty="0" err="1"/>
              <a:t>complétude</a:t>
            </a:r>
            <a:r>
              <a:rPr lang="en-US" sz="2800" dirty="0"/>
              <a:t> de </a:t>
            </a:r>
            <a:r>
              <a:rPr lang="en-US" sz="2800" dirty="0" err="1"/>
              <a:t>l’API</a:t>
            </a:r>
            <a:endParaRPr lang="en-US" sz="2800" dirty="0"/>
          </a:p>
          <a:p>
            <a:r>
              <a:rPr lang="en-US" sz="2800" dirty="0"/>
              <a:t>(-) </a:t>
            </a:r>
            <a:r>
              <a:rPr lang="en-US" sz="2800" dirty="0" err="1"/>
              <a:t>requêtes</a:t>
            </a:r>
            <a:r>
              <a:rPr lang="en-US" sz="2800" dirty="0"/>
              <a:t> </a:t>
            </a:r>
            <a:r>
              <a:rPr lang="en-US" sz="2800" dirty="0" err="1"/>
              <a:t>limitée</a:t>
            </a:r>
            <a:r>
              <a:rPr lang="en-US" sz="2800" dirty="0"/>
              <a:t> à 999 </a:t>
            </a:r>
            <a:r>
              <a:rPr lang="en-US" sz="2800" dirty="0" err="1"/>
              <a:t>résultats</a:t>
            </a:r>
            <a:r>
              <a:rPr lang="en-US" sz="2800" dirty="0"/>
              <a:t> (-&gt; </a:t>
            </a:r>
            <a:r>
              <a:rPr lang="en-US" sz="2800" dirty="0" err="1"/>
              <a:t>boucles</a:t>
            </a:r>
            <a:r>
              <a:rPr lang="en-US" sz="2800" dirty="0"/>
              <a:t>)</a:t>
            </a:r>
          </a:p>
          <a:p>
            <a:r>
              <a:rPr lang="en-US" sz="2800" dirty="0"/>
              <a:t>(-) HTTP 429 : trop de </a:t>
            </a:r>
            <a:r>
              <a:rPr lang="en-US" sz="2800" dirty="0" err="1"/>
              <a:t>requêtes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(+) </a:t>
            </a:r>
            <a:r>
              <a:rPr lang="en-US" sz="2800" dirty="0" err="1"/>
              <a:t>terminaison</a:t>
            </a:r>
            <a:r>
              <a:rPr lang="en-US" sz="2800" dirty="0"/>
              <a:t> REST API (XML, JSON)</a:t>
            </a:r>
          </a:p>
          <a:p>
            <a:r>
              <a:rPr lang="en-US" sz="2800" dirty="0"/>
              <a:t>(+) </a:t>
            </a:r>
            <a:r>
              <a:rPr lang="en-US" sz="2800" dirty="0" err="1"/>
              <a:t>authentification</a:t>
            </a:r>
            <a:r>
              <a:rPr lang="en-US" sz="2800" dirty="0"/>
              <a:t> via Azure AD (</a:t>
            </a:r>
            <a:r>
              <a:rPr lang="en-US" sz="2800" dirty="0" err="1"/>
              <a:t>jeton</a:t>
            </a:r>
            <a:r>
              <a:rPr lang="en-US" sz="2800" dirty="0"/>
              <a:t> JWT)</a:t>
            </a:r>
          </a:p>
          <a:p>
            <a:r>
              <a:rPr lang="en-US" sz="2800" dirty="0"/>
              <a:t>(+) </a:t>
            </a:r>
            <a:r>
              <a:rPr lang="en-US" sz="2800" dirty="0" err="1"/>
              <a:t>autorisation</a:t>
            </a:r>
            <a:r>
              <a:rPr lang="en-US" sz="2800" dirty="0"/>
              <a:t> </a:t>
            </a:r>
            <a:r>
              <a:rPr lang="en-US" sz="2800" dirty="0" err="1"/>
              <a:t>basée</a:t>
            </a:r>
            <a:r>
              <a:rPr lang="en-US" sz="2800" dirty="0"/>
              <a:t> sur les </a:t>
            </a:r>
            <a:r>
              <a:rPr lang="en-US" sz="2800" dirty="0" err="1"/>
              <a:t>rôles</a:t>
            </a:r>
            <a:r>
              <a:rPr lang="en-US" sz="2800" dirty="0"/>
              <a:t> (RBAC)</a:t>
            </a:r>
          </a:p>
          <a:p>
            <a:r>
              <a:rPr lang="en-US" sz="2800" dirty="0"/>
              <a:t>(+) </a:t>
            </a:r>
            <a:r>
              <a:rPr lang="en-US" sz="2800" dirty="0" err="1"/>
              <a:t>requêtes</a:t>
            </a:r>
            <a:r>
              <a:rPr lang="en-US" sz="2800" dirty="0"/>
              <a:t> </a:t>
            </a:r>
            <a:r>
              <a:rPr lang="en-US" sz="2800" dirty="0" err="1"/>
              <a:t>différentielles</a:t>
            </a:r>
            <a:endParaRPr lang="en-US" sz="2800" dirty="0"/>
          </a:p>
          <a:p>
            <a:r>
              <a:rPr lang="en-US" sz="2800" dirty="0"/>
              <a:t>(+) extension </a:t>
            </a:r>
            <a:r>
              <a:rPr lang="en-US" sz="2800" dirty="0" err="1"/>
              <a:t>d’annuaire</a:t>
            </a:r>
            <a:endParaRPr lang="en-US" sz="2800" dirty="0"/>
          </a:p>
          <a:p>
            <a:r>
              <a:rPr lang="en-US" sz="2800" dirty="0"/>
              <a:t>(+) </a:t>
            </a:r>
            <a:r>
              <a:rPr lang="en-US" sz="2800" dirty="0" err="1"/>
              <a:t>sécurité</a:t>
            </a:r>
            <a:r>
              <a:rPr lang="en-US" sz="2800" dirty="0"/>
              <a:t> par </a:t>
            </a:r>
            <a:r>
              <a:rPr lang="en-US" sz="2800" dirty="0" err="1"/>
              <a:t>étendues</a:t>
            </a:r>
            <a:r>
              <a:rPr lang="en-US" sz="2800" dirty="0"/>
              <a:t> </a:t>
            </a:r>
            <a:r>
              <a:rPr lang="en-US" sz="2800" dirty="0" err="1"/>
              <a:t>d’autorisation</a:t>
            </a:r>
            <a:endParaRPr lang="en-US" sz="2800" dirty="0"/>
          </a:p>
          <a:p>
            <a:r>
              <a:rPr lang="en-US" sz="2800" dirty="0"/>
              <a:t>(+) nouveaux services</a:t>
            </a:r>
          </a:p>
          <a:p>
            <a:r>
              <a:rPr lang="en-US" sz="2800" dirty="0"/>
              <a:t>(+) </a:t>
            </a:r>
            <a:r>
              <a:rPr lang="en-US" sz="2800" dirty="0" err="1"/>
              <a:t>utilisateurs</a:t>
            </a:r>
            <a:r>
              <a:rPr lang="en-US" sz="2800" dirty="0"/>
              <a:t> </a:t>
            </a:r>
            <a:r>
              <a:rPr lang="en-US" sz="2800" dirty="0" err="1"/>
              <a:t>exterieurs</a:t>
            </a:r>
            <a:r>
              <a:rPr lang="en-US" sz="2800" dirty="0"/>
              <a:t> </a:t>
            </a:r>
            <a:r>
              <a:rPr lang="en-US" sz="2800" dirty="0" err="1"/>
              <a:t>gérés</a:t>
            </a:r>
            <a:r>
              <a:rPr lang="en-US" sz="2800" dirty="0"/>
              <a:t> par </a:t>
            </a:r>
            <a:r>
              <a:rPr lang="en-US" sz="2800" dirty="0" err="1"/>
              <a:t>l’AD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 savoir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9B961CF-489B-409B-AD14-6ACDD1394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637" y="754061"/>
            <a:ext cx="3290765" cy="570706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3378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08037" y="1013469"/>
            <a:ext cx="4495800" cy="4693593"/>
          </a:xfrm>
        </p:spPr>
        <p:txBody>
          <a:bodyPr/>
          <a:lstStyle/>
          <a:p>
            <a:r>
              <a:rPr lang="en-US" sz="2800" dirty="0" err="1"/>
              <a:t>Ressources</a:t>
            </a:r>
            <a:r>
              <a:rPr lang="en-US" sz="2800" dirty="0"/>
              <a:t> </a:t>
            </a:r>
            <a:r>
              <a:rPr lang="en-US" sz="2800" dirty="0" err="1"/>
              <a:t>utilisateur</a:t>
            </a:r>
            <a:endParaRPr lang="en-US" sz="2800" dirty="0"/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Calendars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Contacts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Files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Mail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Openid</a:t>
            </a:r>
            <a:endParaRPr lang="en-US" sz="18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User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Notes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People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Sites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Tasks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Device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Etendues d’autorisation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153272A-A949-4D30-A79C-B351640190A0}"/>
              </a:ext>
            </a:extLst>
          </p:cNvPr>
          <p:cNvSpPr txBox="1">
            <a:spLocks/>
          </p:cNvSpPr>
          <p:nvPr/>
        </p:nvSpPr>
        <p:spPr>
          <a:xfrm>
            <a:off x="6065837" y="1013469"/>
            <a:ext cx="5029199" cy="431195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/>
              <a:t>Ressources</a:t>
            </a:r>
            <a:r>
              <a:rPr lang="en-US" sz="2800" dirty="0"/>
              <a:t> admin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Directory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Group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Sites (full control all)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User (all)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People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DeviceManagementApps</a:t>
            </a:r>
            <a:endParaRPr lang="en-US" sz="18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IdentityRiskEvent</a:t>
            </a:r>
            <a:endParaRPr lang="en-US" sz="18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IdentityProvider</a:t>
            </a:r>
            <a:endParaRPr lang="en-US" sz="18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Member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Reports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4A0A8-8F6E-4207-A673-1BC3257765DF}"/>
              </a:ext>
            </a:extLst>
          </p:cNvPr>
          <p:cNvSpPr/>
          <p:nvPr/>
        </p:nvSpPr>
        <p:spPr bwMode="auto">
          <a:xfrm>
            <a:off x="274637" y="5707062"/>
            <a:ext cx="11810999" cy="533400"/>
          </a:xfrm>
          <a:prstGeom prst="rect">
            <a:avLst/>
          </a:prstGeom>
          <a:solidFill>
            <a:srgbClr val="F052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.Link : </a:t>
            </a: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https://msdn.microsoft.com/library/azure/ad/graph/howto/azure-ad-graph-api-permission-scopes</a:t>
            </a: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+mj-l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63B4F9-964C-4F8F-8D0F-DAE17FA3D564}"/>
              </a:ext>
            </a:extLst>
          </p:cNvPr>
          <p:cNvSpPr/>
          <p:nvPr/>
        </p:nvSpPr>
        <p:spPr bwMode="auto">
          <a:xfrm>
            <a:off x="274636" y="6360803"/>
            <a:ext cx="11810999" cy="533400"/>
          </a:xfrm>
          <a:prstGeom prst="rect">
            <a:avLst/>
          </a:prstGeom>
          <a:solidFill>
            <a:srgbClr val="F052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.Link : </a:t>
            </a: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https://developer.microsoft.com/en-us/graph/docs/concepts/permissions_reference</a:t>
            </a: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+mj-lt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7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Tester les requêtes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4A0A8-8F6E-4207-A673-1BC3257765DF}"/>
              </a:ext>
            </a:extLst>
          </p:cNvPr>
          <p:cNvSpPr/>
          <p:nvPr/>
        </p:nvSpPr>
        <p:spPr bwMode="auto">
          <a:xfrm>
            <a:off x="274639" y="6316662"/>
            <a:ext cx="11810999" cy="533400"/>
          </a:xfrm>
          <a:prstGeom prst="rect">
            <a:avLst/>
          </a:prstGeom>
          <a:solidFill>
            <a:srgbClr val="F052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.Link : </a:t>
            </a: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https://developer.microsoft.com/en-us/graph/graph-explorer</a:t>
            </a: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+mj-l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006EB17-9F61-4CF0-A10D-2F9CB2633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437" y="1135062"/>
            <a:ext cx="8293787" cy="501896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9464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fi-FI" dirty="0"/>
              <a:t>Authentification et 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6BB03F-E16D-4816-85CD-43A006BFC977}"/>
              </a:ext>
            </a:extLst>
          </p:cNvPr>
          <p:cNvSpPr/>
          <p:nvPr/>
        </p:nvSpPr>
        <p:spPr bwMode="auto">
          <a:xfrm>
            <a:off x="312736" y="6240462"/>
            <a:ext cx="11810999" cy="533400"/>
          </a:xfrm>
          <a:prstGeom prst="rect">
            <a:avLst/>
          </a:prstGeom>
          <a:solidFill>
            <a:srgbClr val="F052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.Link : </a:t>
            </a: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https://developer.microsoft.com/en-us/graph/docs/concepts/auth_overview</a:t>
            </a: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+mj-l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12C1FDD-35DD-4719-AC84-2AAADF56A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763" y="1163637"/>
            <a:ext cx="82010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6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20A48A-6589-4A8B-B5D6-74797FB5C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7" y="2125677"/>
            <a:ext cx="11201399" cy="1181862"/>
          </a:xfrm>
        </p:spPr>
        <p:txBody>
          <a:bodyPr/>
          <a:lstStyle/>
          <a:p>
            <a:r>
              <a:rPr lang="en-US" dirty="0" err="1"/>
              <a:t>Mise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pratique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CADC4-9230-4214-8D55-661F4C97E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74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20B95-314D-4793-8D0E-7A3AB87CE2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296862"/>
            <a:ext cx="11810997" cy="1902059"/>
          </a:xfrm>
          <a:solidFill>
            <a:srgbClr val="F05251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    AngularJS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3200" dirty="0">
                <a:solidFill>
                  <a:schemeClr val="bg1"/>
                </a:solidFill>
              </a:rPr>
              <a:t>https://github.com/azugfr/RedShirtTour-MSGraphAPI-Lab_JS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2C0155E-45BE-4D1B-97D4-EC621D578737}"/>
              </a:ext>
            </a:extLst>
          </p:cNvPr>
          <p:cNvGrpSpPr/>
          <p:nvPr/>
        </p:nvGrpSpPr>
        <p:grpSpPr>
          <a:xfrm>
            <a:off x="461952" y="373062"/>
            <a:ext cx="727085" cy="689533"/>
            <a:chOff x="9342437" y="2887662"/>
            <a:chExt cx="1371600" cy="13716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0650F52-6379-4E9E-8775-B220BD57DE67}"/>
                </a:ext>
              </a:extLst>
            </p:cNvPr>
            <p:cNvSpPr/>
            <p:nvPr/>
          </p:nvSpPr>
          <p:spPr bwMode="auto">
            <a:xfrm>
              <a:off x="9571037" y="3040062"/>
              <a:ext cx="914400" cy="92096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4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A42A34C-4333-4F7A-A653-4158A9552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42437" y="2887662"/>
              <a:ext cx="1371600" cy="1371600"/>
            </a:xfrm>
            <a:prstGeom prst="rect">
              <a:avLst/>
            </a:prstGeom>
          </p:spPr>
        </p:pic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EC7F11FE-4BA0-47C6-BE43-7C822DF9D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637" y="341896"/>
            <a:ext cx="1221815" cy="1171800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BFF205B-3600-4F94-B1BC-148B1D17D9EC}"/>
              </a:ext>
            </a:extLst>
          </p:cNvPr>
          <p:cNvSpPr txBox="1">
            <a:spLocks/>
          </p:cNvSpPr>
          <p:nvPr/>
        </p:nvSpPr>
        <p:spPr>
          <a:xfrm>
            <a:off x="274639" y="2581272"/>
            <a:ext cx="11784009" cy="1834348"/>
          </a:xfrm>
          <a:prstGeom prst="rect">
            <a:avLst/>
          </a:prstGeom>
          <a:solidFill>
            <a:srgbClr val="F05251"/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36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513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024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537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	Xamarin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3200" dirty="0">
                <a:solidFill>
                  <a:schemeClr val="bg1"/>
                </a:solidFill>
              </a:rPr>
              <a:t>https://github.com/azugfr/RedShirtTour-MSGraphAPI-Lab_Xamarin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9C4ACD-CBAF-4E45-8328-C751B02990B8}"/>
              </a:ext>
            </a:extLst>
          </p:cNvPr>
          <p:cNvSpPr/>
          <p:nvPr/>
        </p:nvSpPr>
        <p:spPr>
          <a:xfrm>
            <a:off x="262195" y="5916311"/>
            <a:ext cx="115948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F05251"/>
                </a:solidFill>
              </a:rPr>
              <a:t>Exercices</a:t>
            </a:r>
            <a:endParaRPr lang="en-US" sz="2800" dirty="0">
              <a:solidFill>
                <a:srgbClr val="F05251"/>
              </a:solidFill>
            </a:endParaRPr>
          </a:p>
          <a:p>
            <a:pPr marL="0" lvl="1" algn="ctr"/>
            <a:r>
              <a:rPr lang="fr-FR" sz="2800" dirty="0" err="1"/>
              <a:t>Authent</a:t>
            </a:r>
            <a:r>
              <a:rPr lang="fr-FR" sz="2800" dirty="0"/>
              <a:t> &amp; </a:t>
            </a:r>
            <a:r>
              <a:rPr lang="fr-FR" sz="2800" dirty="0" err="1"/>
              <a:t>token</a:t>
            </a:r>
            <a:r>
              <a:rPr lang="fr-FR" sz="2800" dirty="0"/>
              <a:t>     -     List groups &amp; </a:t>
            </a:r>
            <a:r>
              <a:rPr lang="fr-FR" sz="2800" dirty="0" err="1"/>
              <a:t>events</a:t>
            </a:r>
            <a:r>
              <a:rPr lang="fr-FR" sz="2800" dirty="0"/>
              <a:t>     -    Inscription to an </a:t>
            </a:r>
            <a:r>
              <a:rPr lang="fr-FR" sz="2800" dirty="0" err="1"/>
              <a:t>event</a:t>
            </a:r>
            <a:r>
              <a:rPr lang="fr-FR" sz="2800" dirty="0"/>
              <a:t>  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67FBAC-FCEB-49E6-A3FA-FCB19EA4F329}"/>
              </a:ext>
            </a:extLst>
          </p:cNvPr>
          <p:cNvGrpSpPr/>
          <p:nvPr/>
        </p:nvGrpSpPr>
        <p:grpSpPr>
          <a:xfrm>
            <a:off x="368294" y="2603657"/>
            <a:ext cx="820744" cy="741205"/>
            <a:chOff x="6751637" y="1907431"/>
            <a:chExt cx="1589831" cy="15898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BC8BF3-BEEB-4511-8BBA-52A8BC6480F9}"/>
                </a:ext>
              </a:extLst>
            </p:cNvPr>
            <p:cNvSpPr/>
            <p:nvPr/>
          </p:nvSpPr>
          <p:spPr bwMode="auto">
            <a:xfrm>
              <a:off x="7089352" y="2241866"/>
              <a:ext cx="914400" cy="92096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24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A8506D65-6D87-4557-B911-06B6B46F8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1637" y="1907431"/>
              <a:ext cx="1589831" cy="1589831"/>
            </a:xfrm>
            <a:prstGeom prst="rect">
              <a:avLst/>
            </a:prstGeom>
          </p:spPr>
        </p:pic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E883AC25-734E-4CBE-926A-2087EE0C71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4837" y="2581026"/>
            <a:ext cx="1221815" cy="1297236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C3445EC2-9D9F-45E1-BF58-63B38CFA4FD6}"/>
              </a:ext>
            </a:extLst>
          </p:cNvPr>
          <p:cNvSpPr/>
          <p:nvPr/>
        </p:nvSpPr>
        <p:spPr bwMode="auto">
          <a:xfrm>
            <a:off x="8018237" y="2697701"/>
            <a:ext cx="1171800" cy="117180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fr-FR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3B6742E-C0FB-47F3-9259-EAD969DA217B}"/>
              </a:ext>
            </a:extLst>
          </p:cNvPr>
          <p:cNvSpPr txBox="1">
            <a:spLocks/>
          </p:cNvSpPr>
          <p:nvPr/>
        </p:nvSpPr>
        <p:spPr>
          <a:xfrm>
            <a:off x="274638" y="4581190"/>
            <a:ext cx="11784009" cy="1169551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36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513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024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537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Login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: </a:t>
            </a:r>
            <a:r>
              <a:rPr lang="en-US" sz="3200">
                <a:solidFill>
                  <a:schemeClr val="bg1"/>
                </a:solidFill>
              </a:rPr>
              <a:t>XXX@XXX.onmicrosoft.com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Pass : XXXX</a:t>
            </a:r>
            <a:r>
              <a:rPr lang="en-US" sz="3200" dirty="0">
                <a:solidFill>
                  <a:srgbClr val="F05251"/>
                </a:solidFill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232844222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5-50109_Microsoft_Light_Template">
  <a:themeElements>
    <a:clrScheme name="Microsoft_2017_Light">
      <a:dk1>
        <a:srgbClr val="353535"/>
      </a:dk1>
      <a:lt1>
        <a:srgbClr val="FFFFFF"/>
      </a:lt1>
      <a:dk2>
        <a:srgbClr val="D83B01"/>
      </a:dk2>
      <a:lt2>
        <a:srgbClr val="E6E6E6"/>
      </a:lt2>
      <a:accent1>
        <a:srgbClr val="D83B01"/>
      </a:accent1>
      <a:accent2>
        <a:srgbClr val="FF8C00"/>
      </a:accent2>
      <a:accent3>
        <a:srgbClr val="FFB900"/>
      </a:accent3>
      <a:accent4>
        <a:srgbClr val="0078D7"/>
      </a:accent4>
      <a:accent5>
        <a:srgbClr val="737373"/>
      </a:accent5>
      <a:accent6>
        <a:srgbClr val="D2D2D2"/>
      </a:accent6>
      <a:hlink>
        <a:srgbClr val="0078D7"/>
      </a:hlink>
      <a:folHlink>
        <a:srgbClr val="0078D7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.potx" id="{2A99AE01-A11F-4F2C-9BCC-4E42F4CE769C}" vid="{42DFBAD3-C25F-4FC8-963A-1F73730D7E5C}"/>
    </a:ext>
  </a:extLst>
</a:theme>
</file>

<file path=ppt/theme/theme2.xml><?xml version="1.0" encoding="utf-8"?>
<a:theme xmlns:a="http://schemas.openxmlformats.org/drawingml/2006/main" name="5-50109_Microsoft_Dark_Template">
  <a:themeElements>
    <a:clrScheme name="Microsoft 2017 Dark">
      <a:dk1>
        <a:srgbClr val="353535"/>
      </a:dk1>
      <a:lt1>
        <a:srgbClr val="FFFFFF"/>
      </a:lt1>
      <a:dk2>
        <a:srgbClr val="D83B01"/>
      </a:dk2>
      <a:lt2>
        <a:srgbClr val="CDF4FF"/>
      </a:lt2>
      <a:accent1>
        <a:srgbClr val="D83B01"/>
      </a:accent1>
      <a:accent2>
        <a:srgbClr val="FF8C00"/>
      </a:accent2>
      <a:accent3>
        <a:srgbClr val="FFB900"/>
      </a:accent3>
      <a:accent4>
        <a:srgbClr val="00BCF2"/>
      </a:accent4>
      <a:accent5>
        <a:srgbClr val="D2D2D2"/>
      </a:accent5>
      <a:accent6>
        <a:srgbClr val="737373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.potx" id="{2A99AE01-A11F-4F2C-9BCC-4E42F4CE769C}" vid="{7C638A3A-D771-4183-8214-2AFBE384714F}"/>
    </a:ext>
  </a:extLst>
</a:theme>
</file>

<file path=ppt/theme/theme3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6_16x9_Template.potx" id="{CBE293B4-E8CE-4773-8118-C9AFF2860326}" vid="{2919AEDD-0101-441B-B6AF-1CDAE3B8CD78}"/>
    </a:ext>
  </a:extLst>
</a:theme>
</file>

<file path=ppt/theme/theme4.xml><?xml version="1.0" encoding="utf-8"?>
<a:theme xmlns:a="http://schemas.openxmlformats.org/drawingml/2006/main" name="1_5-50109_Microsoft_Light_Template">
  <a:themeElements>
    <a:clrScheme name="Microsoft_2017_Light">
      <a:dk1>
        <a:srgbClr val="353535"/>
      </a:dk1>
      <a:lt1>
        <a:srgbClr val="FFFFFF"/>
      </a:lt1>
      <a:dk2>
        <a:srgbClr val="D83B01"/>
      </a:dk2>
      <a:lt2>
        <a:srgbClr val="E6E6E6"/>
      </a:lt2>
      <a:accent1>
        <a:srgbClr val="D83B01"/>
      </a:accent1>
      <a:accent2>
        <a:srgbClr val="FF8C00"/>
      </a:accent2>
      <a:accent3>
        <a:srgbClr val="FFB900"/>
      </a:accent3>
      <a:accent4>
        <a:srgbClr val="0078D7"/>
      </a:accent4>
      <a:accent5>
        <a:srgbClr val="737373"/>
      </a:accent5>
      <a:accent6>
        <a:srgbClr val="D2D2D2"/>
      </a:accent6>
      <a:hlink>
        <a:srgbClr val="0078D7"/>
      </a:hlink>
      <a:folHlink>
        <a:srgbClr val="0078D7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.potx" id="{4B8F84BF-CF35-4AF1-BAC7-B8DAE64F4EAE}" vid="{CBD897B8-F46D-4D52-9EAA-92EA989EC1D5}"/>
    </a:ext>
  </a:extLst>
</a:theme>
</file>

<file path=ppt/theme/theme5.xml><?xml version="1.0" encoding="utf-8"?>
<a:theme xmlns:a="http://schemas.openxmlformats.org/drawingml/2006/main" name="2_5-50109_Microsoft_Light_Template">
  <a:themeElements>
    <a:clrScheme name="Microsoft_2017_Light">
      <a:dk1>
        <a:srgbClr val="353535"/>
      </a:dk1>
      <a:lt1>
        <a:srgbClr val="FFFFFF"/>
      </a:lt1>
      <a:dk2>
        <a:srgbClr val="D83B01"/>
      </a:dk2>
      <a:lt2>
        <a:srgbClr val="E6E6E6"/>
      </a:lt2>
      <a:accent1>
        <a:srgbClr val="D83B01"/>
      </a:accent1>
      <a:accent2>
        <a:srgbClr val="FF8C00"/>
      </a:accent2>
      <a:accent3>
        <a:srgbClr val="FFB900"/>
      </a:accent3>
      <a:accent4>
        <a:srgbClr val="0078D7"/>
      </a:accent4>
      <a:accent5>
        <a:srgbClr val="737373"/>
      </a:accent5>
      <a:accent6>
        <a:srgbClr val="D2D2D2"/>
      </a:accent6>
      <a:hlink>
        <a:srgbClr val="0078D7"/>
      </a:hlink>
      <a:folHlink>
        <a:srgbClr val="0078D7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2017_16x9_Template.potx" id="{F7CA4DD3-8A26-4BFE-B361-277536E70685}" vid="{DC517985-AF00-427B-A27C-74FF5728D0B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ssion_x0020_Code xmlns="04e01bb1-6d80-42e9-ae53-416b1e8aa845">BRK4031</Session_x0020_Code>
    <LikesCount xmlns="http://schemas.microsoft.com/sharepoint/v3" xsi:nil="true"/>
    <_x0062_bc8 xmlns="e889e55c-35cf-43c7-aaf4-cf2500919dd8">
      <UserInfo>
        <DisplayName/>
        <AccountId xsi:nil="true"/>
        <AccountType/>
      </UserInfo>
    </_x0062_bc8>
    <External_x0020_Speaker xmlns="04e01bb1-6d80-42e9-ae53-416b1e8aa845">Chakkaradeep Chandran; Rob Dysell</External_x0020_Speaker>
    <fb4e50409e3b4517bb965b3c7125e153 xmlns="04e01bb1-6d80-42e9-ae53-416b1e8aa845">
      <Terms xmlns="http://schemas.microsoft.com/office/infopath/2007/PartnerControls"/>
    </fb4e50409e3b4517bb965b3c7125e153>
    <MS_x0020_Content_x0020_Owner xmlns="04e01bb1-6d80-42e9-ae53-416b1e8aa845">
      <UserInfo>
        <DisplayName/>
        <AccountId xsi:nil="true"/>
        <AccountType/>
      </UserInfo>
    </MS_x0020_Content_x0020_Owner>
    <l61c8586195b4657a1f710a539f9bc3a xmlns="04e01bb1-6d80-42e9-ae53-416b1e8aa845">
      <Terms xmlns="http://schemas.microsoft.com/office/infopath/2007/PartnerControls">
        <TermInfo xmlns="http://schemas.microsoft.com/office/infopath/2007/PartnerControls">
          <TermName xmlns="http://schemas.microsoft.com/office/infopath/2007/PartnerControls">Orange County Convention Center</TermName>
          <TermId xmlns="http://schemas.microsoft.com/office/infopath/2007/PartnerControls">bd993e89-aa48-4695-84e0-3b53e88b1a79</TermId>
        </TermInfo>
      </Terms>
    </l61c8586195b4657a1f710a539f9bc3a>
    <a645af38eebb4a1ea4744f163c56ea26 xmlns="04e01bb1-6d80-42e9-ae53-416b1e8aa845">
      <Terms xmlns="http://schemas.microsoft.com/office/infopath/2007/PartnerControls"/>
    </a645af38eebb4a1ea4744f163c56ea26>
    <g60601ae6c3e4c409eb6a70077dda16d xmlns="04e01bb1-6d80-42e9-ae53-416b1e8aa845">
      <Terms xmlns="http://schemas.microsoft.com/office/infopath/2007/PartnerControls">
        <TermInfo xmlns="http://schemas.microsoft.com/office/infopath/2007/PartnerControls">
          <TermName xmlns="http://schemas.microsoft.com/office/infopath/2007/PartnerControls">Orlando</TermName>
          <TermId xmlns="http://schemas.microsoft.com/office/infopath/2007/PartnerControls">8cc4ed56-1866-4501-a22c-89aafde6f59b</TermId>
        </TermInfo>
      </Terms>
    </g60601ae6c3e4c409eb6a70077dda16d>
    <e6bd9c8ce3ed4fe68161c78952f36fbc xmlns="04e01bb1-6d80-42e9-ae53-416b1e8aa845">
      <Terms xmlns="http://schemas.microsoft.com/office/infopath/2007/PartnerControls"/>
    </e6bd9c8ce3ed4fe68161c78952f36fbc>
    <MS_x0020_Speaker xmlns="04e01bb1-6d80-42e9-ae53-416b1e8aa845">
      <UserInfo>
        <DisplayName/>
        <AccountId xsi:nil="true"/>
        <AccountType/>
      </UserInfo>
    </MS_x0020_Speaker>
    <Presentation_x0020_Date xmlns="04e01bb1-6d80-42e9-ae53-416b1e8aa845" xsi:nil="true"/>
    <Event_x0020_Start_x0020_Date xmlns="04e01bb1-6d80-42e9-ae53-416b1e8aa845">2017-09-23T04:00:00+00:00</Event_x0020_Start_x0020_Date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Red Shirt Tour Paris 2018</TermName>
          <TermId xmlns="http://schemas.microsoft.com/office/infopath/2007/PartnerControls">46232af2-38bc-40af-a2d9-159cb99e56b7</TermId>
        </TermInfo>
        <TermInfo xmlns="http://schemas.microsoft.com/office/infopath/2007/PartnerControls">
          <TermName xmlns="http://schemas.microsoft.com/office/infopath/2007/PartnerControls">HOL</TermName>
          <TermId xmlns="http://schemas.microsoft.com/office/infopath/2007/PartnerControls">ef0bbcd3-db1e-4430-bdd8-70bbb1a4018c</TermId>
        </TermInfo>
        <TermInfo xmlns="http://schemas.microsoft.com/office/infopath/2007/PartnerControls">
          <TermName xmlns="http://schemas.microsoft.com/office/infopath/2007/PartnerControls">Graph API</TermName>
          <TermId xmlns="http://schemas.microsoft.com/office/infopath/2007/PartnerControls">84813c54-f333-4e06-9e90-b75fcfc32f80</TermId>
        </TermInfo>
      </Terms>
    </TaxKeywordTaxHTField>
    <e349cd3f156b4e7d8653c9cd4f2d8fb4 xmlns="04e01bb1-6d80-42e9-ae53-416b1e8aa845">
      <Terms xmlns="http://schemas.microsoft.com/office/infopath/2007/PartnerControls">
        <TermInfo xmlns="http://schemas.microsoft.com/office/infopath/2007/PartnerControls">
          <TermName xmlns="http://schemas.microsoft.com/office/infopath/2007/PartnerControls">Ignite 2017</TermName>
          <TermId xmlns="http://schemas.microsoft.com/office/infopath/2007/PartnerControls">9323c522-fe4b-4922-816b-10a1920d7afb</TermId>
        </TermInfo>
      </Terms>
    </e349cd3f156b4e7d8653c9cd4f2d8fb4>
    <TaxCatchAll xmlns="230e9df3-be65-4c73-a93b-d1236ebd677e">
      <Value>55</Value>
      <Value>54</Value>
      <Value>53</Value>
      <Value>16</Value>
    </TaxCatchAll>
    <Event_x0020_End_x0020_Date xmlns="04e01bb1-6d80-42e9-ae53-416b1e8aa845">2017-09-30T04:00:00+00:00</Event_x0020_End_x0020_Date>
    <c2f1b796fca04ddbb48af271e99c8750 xmlns="04e01bb1-6d80-42e9-ae53-416b1e8aa845">
      <Terms xmlns="http://schemas.microsoft.com/office/infopath/2007/PartnerControls"/>
    </c2f1b796fca04ddbb48af271e99c8750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A584695755FE764EB25B07353E74077C00D779C3CEF1177A4F8B41F96DF87A1F66" ma:contentTypeVersion="27" ma:contentTypeDescription="" ma:contentTypeScope="" ma:versionID="8641f81e7643323f4894ad5cfb9fb0f3">
  <xsd:schema xmlns:xsd="http://www.w3.org/2001/XMLSchema" xmlns:xs="http://www.w3.org/2001/XMLSchema" xmlns:p="http://schemas.microsoft.com/office/2006/metadata/properties" xmlns:ns1="http://schemas.microsoft.com/sharepoint/v3" xmlns:ns2="04e01bb1-6d80-42e9-ae53-416b1e8aa845" xmlns:ns3="230e9df3-be65-4c73-a93b-d1236ebd677e" xmlns:ns5="e889e55c-35cf-43c7-aaf4-cf2500919dd8" targetNamespace="http://schemas.microsoft.com/office/2006/metadata/properties" ma:root="true" ma:fieldsID="cfa393de6d5a52634dd4113eb929c878" ns1:_="" ns2:_="" ns3:_="" ns5:_="">
    <xsd:import namespace="http://schemas.microsoft.com/sharepoint/v3"/>
    <xsd:import namespace="04e01bb1-6d80-42e9-ae53-416b1e8aa845"/>
    <xsd:import namespace="230e9df3-be65-4c73-a93b-d1236ebd677e"/>
    <xsd:import namespace="e889e55c-35cf-43c7-aaf4-cf2500919dd8"/>
    <xsd:element name="properties">
      <xsd:complexType>
        <xsd:sequence>
          <xsd:element name="documentManagement">
            <xsd:complexType>
              <xsd:all>
                <xsd:element ref="ns2:e349cd3f156b4e7d8653c9cd4f2d8fb4" minOccurs="0"/>
                <xsd:element ref="ns3:TaxCatchAll" minOccurs="0"/>
                <xsd:element ref="ns3:TaxCatchAllLabel" minOccurs="0"/>
                <xsd:element ref="ns2:g60601ae6c3e4c409eb6a70077dda16d" minOccurs="0"/>
                <xsd:element ref="ns2:l61c8586195b4657a1f710a539f9bc3a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e6bd9c8ce3ed4fe68161c78952f36fbc" minOccurs="0"/>
                <xsd:element ref="ns2:c2f1b796fca04ddbb48af271e99c8750" minOccurs="0"/>
                <xsd:element ref="ns2:Session_x0020_Code" minOccurs="0"/>
                <xsd:element ref="ns2:MS_x0020_Content_x0020_Owner" minOccurs="0"/>
                <xsd:element ref="ns2:a645af38eebb4a1ea4744f163c56ea26" minOccurs="0"/>
                <xsd:element ref="ns2:fb4e50409e3b4517bb965b3c7125e153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2:SharedWithUsers" minOccurs="0"/>
                <xsd:element ref="ns2:SharedWithDetails" minOccurs="0"/>
                <xsd:element ref="ns5:_x0062_bc8" minOccurs="0"/>
                <xsd:element ref="ns2:LastSharedByUser" minOccurs="0"/>
                <xsd:element ref="ns2:LastSharedByTime" minOccurs="0"/>
                <xsd:element ref="ns5:MediaServiceMetadata" minOccurs="0"/>
                <xsd:element ref="ns5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e01bb1-6d80-42e9-ae53-416b1e8aa845" elementFormDefault="qualified">
    <xsd:import namespace="http://schemas.microsoft.com/office/2006/documentManagement/types"/>
    <xsd:import namespace="http://schemas.microsoft.com/office/infopath/2007/PartnerControls"/>
    <xsd:element name="e349cd3f156b4e7d8653c9cd4f2d8fb4" ma:index="8" nillable="true" ma:taxonomy="true" ma:internalName="e349cd3f156b4e7d8653c9cd4f2d8fb4" ma:taxonomyFieldName="Event_x0020_Name" ma:displayName="Event Name" ma:default="" ma:fieldId="{e349cd3f-156b-4e7d-8653-c9cd4f2d8fb4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g60601ae6c3e4c409eb6a70077dda16d" ma:index="12" nillable="true" ma:taxonomy="true" ma:internalName="g60601ae6c3e4c409eb6a70077dda16d" ma:taxonomyFieldName="Event_x0020_Location" ma:displayName="Event Location" ma:default="" ma:fieldId="{060601ae-6c3e-4c40-9eb6-a70077dda16d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61c8586195b4657a1f710a539f9bc3a" ma:index="14" nillable="true" ma:taxonomy="true" ma:internalName="l61c8586195b4657a1f710a539f9bc3a" ma:taxonomyFieldName="Event_x0020_Venue" ma:displayName="Event Venue" ma:default="" ma:fieldId="{561c8586-195b-4657-a1f7-10a539f9bc3a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e6bd9c8ce3ed4fe68161c78952f36fbc" ma:index="21" nillable="true" ma:taxonomy="true" ma:internalName="e6bd9c8ce3ed4fe68161c78952f36fbc" ma:taxonomyFieldName="Product" ma:displayName="Product" ma:default="" ma:fieldId="{e6bd9c8c-e3ed-4fe6-8161-c78952f36fbc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2f1b796fca04ddbb48af271e99c8750" ma:index="23" nillable="true" ma:taxonomy="true" ma:internalName="c2f1b796fca04ddbb48af271e99c8750" ma:taxonomyFieldName="Campaign" ma:displayName="Campaign" ma:default="" ma:fieldId="{c2f1b796-fca0-4ddb-b48a-f271e99c8750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645af38eebb4a1ea4744f163c56ea26" ma:index="27" nillable="true" ma:taxonomy="true" ma:internalName="a645af38eebb4a1ea4744f163c56ea26" ma:taxonomyFieldName="Track" ma:displayName="Track" ma:default="" ma:fieldId="{a645af38-eebb-4a1e-a474-4f163c56ea26}" ma:sspId="e385fb40-52d4-4fae-9c5b-3e8ff8a5878e" ma:termSetId="c41d04fa-0c93-454c-bbda-19a0dbc9ce57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b4e50409e3b4517bb965b3c7125e153" ma:index="29" nillable="true" ma:taxonomy="true" ma:internalName="fb4e50409e3b4517bb965b3c7125e153" ma:taxonomyFieldName="Audience1" ma:displayName="Audience" ma:default="" ma:fieldId="{fb4e5040-9e3b-4517-bb96-5b3c7125e153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7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8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40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41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8508df36-a784-4474-b4a6-3a99ee8c8b37}" ma:internalName="TaxCatchAll" ma:showField="CatchAllData" ma:web="04e01bb1-6d80-42e9-ae53-416b1e8aa8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8508df36-a784-4474-b4a6-3a99ee8c8b37}" ma:internalName="TaxCatchAllLabel" ma:readOnly="true" ma:showField="CatchAllDataLabel" ma:web="04e01bb1-6d80-42e9-ae53-416b1e8aa8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9e55c-35cf-43c7-aaf4-cf2500919dd8" elementFormDefault="qualified">
    <xsd:import namespace="http://schemas.microsoft.com/office/2006/documentManagement/types"/>
    <xsd:import namespace="http://schemas.microsoft.com/office/infopath/2007/PartnerControls"/>
    <xsd:element name="_x0062_bc8" ma:index="39" nillable="true" ma:displayName="Person or Group" ma:list="UserInfo" ma:internalName="_x0062_bc8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Metadata" ma:index="4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43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schemas.microsoft.com/office/2006/metadata/properties"/>
    <ds:schemaRef ds:uri="230e9df3-be65-4c73-a93b-d1236ebd677e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889e55c-35cf-43c7-aaf4-cf2500919dd8"/>
    <ds:schemaRef ds:uri="http://purl.org/dc/elements/1.1/"/>
    <ds:schemaRef ds:uri="04e01bb1-6d80-42e9-ae53-416b1e8aa84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32F11E6-5A70-45F1-A1F4-684775A686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4e01bb1-6d80-42e9-ae53-416b1e8aa845"/>
    <ds:schemaRef ds:uri="230e9df3-be65-4c73-a93b-d1236ebd677e"/>
    <ds:schemaRef ds:uri="e889e55c-35cf-43c7-aaf4-cf2500919d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Microsoft_2017_16x9_Template</Template>
  <TotalTime>0</TotalTime>
  <Words>665</Words>
  <Application>Microsoft Office PowerPoint</Application>
  <PresentationFormat>Personnalisé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11</vt:i4>
      </vt:variant>
    </vt:vector>
  </HeadingPairs>
  <TitlesOfParts>
    <vt:vector size="23" baseType="lpstr">
      <vt:lpstr>Arial</vt:lpstr>
      <vt:lpstr>Consolas</vt:lpstr>
      <vt:lpstr>Courier New</vt:lpstr>
      <vt:lpstr>Segoe UI</vt:lpstr>
      <vt:lpstr>Segoe UI Light</vt:lpstr>
      <vt:lpstr>Segoe UI Semilight</vt:lpstr>
      <vt:lpstr>Wingdings</vt:lpstr>
      <vt:lpstr>5-50109_Microsoft_Light_Template</vt:lpstr>
      <vt:lpstr>5-50109_Microsoft_Dark_Template</vt:lpstr>
      <vt:lpstr>5-50002_Ignite_Breakout_Template</vt:lpstr>
      <vt:lpstr>1_5-50109_Microsoft_Light_Template</vt:lpstr>
      <vt:lpstr>2_5-50109_Microsoft_Light_Template</vt:lpstr>
      <vt:lpstr>Use #BRK4031 throughout the session…</vt:lpstr>
      <vt:lpstr>Objectifs du Hand On Lab</vt:lpstr>
      <vt:lpstr>Qu’est ce que MS Graph API?</vt:lpstr>
      <vt:lpstr>Demo: Package and Deploy</vt:lpstr>
      <vt:lpstr>Pour</vt:lpstr>
      <vt:lpstr>A savoir</vt:lpstr>
      <vt:lpstr>Etendues d’autorisation</vt:lpstr>
      <vt:lpstr>Tester les requêtes</vt:lpstr>
      <vt:lpstr>Authentification et Tokens</vt:lpstr>
      <vt:lpstr>Mise en pratique</vt:lpstr>
      <vt:lpstr>Présentation PowerPoint</vt:lpstr>
    </vt:vector>
  </TitlesOfParts>
  <Manager/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modern SharePoint experience: Best practices from Microsoft for developing with SPFx</dc:title>
  <dc:subject>&lt;Speech title here&gt;</dc:subject>
  <dc:creator>Sebastien PAULET</dc:creator>
  <cp:keywords>Red Shirt Tour Paris 2018;HOL;Graph API</cp:keywords>
  <dc:description>Template: Mitchell Derrey, Silver Fox Productions_x000d_
Formatting: _x000d_
Audience Type:</dc:description>
  <cp:lastModifiedBy>Sébastien PAULET</cp:lastModifiedBy>
  <cp:revision>87</cp:revision>
  <dcterms:created xsi:type="dcterms:W3CDTF">2017-09-13T23:31:19Z</dcterms:created>
  <dcterms:modified xsi:type="dcterms:W3CDTF">2018-01-23T15:27:08Z</dcterms:modified>
  <cp:category>Microsoft Ignite 2017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0x010100A584695755FE764EB25B07353E74077C00D779C3CEF1177A4F8B41F96DF87A1F66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55;#Orange County Convention Center|bd993e89-aa48-4695-84e0-3b53e88b1a79</vt:lpwstr>
  </property>
  <property fmtid="{D5CDD505-2E9C-101B-9397-08002B2CF9AE}" pid="7" name="Track">
    <vt:lpwstr/>
  </property>
  <property fmtid="{D5CDD505-2E9C-101B-9397-08002B2CF9AE}" pid="8" name="Event Location">
    <vt:lpwstr>54;#Orlando|8cc4ed56-1866-4501-a22c-89aafde6f59b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53;#Microsoft Ignite 2017|21d30605-03f6-4b08-a63a-5a553eb19f84</vt:lpwstr>
  </property>
  <property fmtid="{D5CDD505-2E9C-101B-9397-08002B2CF9AE}" pid="12" name="Audience1">
    <vt:lpwstr/>
  </property>
  <property fmtid="{D5CDD505-2E9C-101B-9397-08002B2CF9AE}" pid="13" name="Event Name">
    <vt:lpwstr>16;#Microsoft Ignite|9323c522-fe4b-4922-816b-10a1920d7afb</vt:lpwstr>
  </property>
  <property fmtid="{D5CDD505-2E9C-101B-9397-08002B2CF9AE}" pid="14" name="MSIP_Label_f42aa342-8706-4288-bd11-ebb85995028c_Enabled">
    <vt:lpwstr>True</vt:lpwstr>
  </property>
  <property fmtid="{D5CDD505-2E9C-101B-9397-08002B2CF9AE}" pid="15" name="MSIP_Label_f42aa342-8706-4288-bd11-ebb85995028c_SiteId">
    <vt:lpwstr>72f988bf-86f1-41af-91ab-2d7cd011db47</vt:lpwstr>
  </property>
  <property fmtid="{D5CDD505-2E9C-101B-9397-08002B2CF9AE}" pid="16" name="MSIP_Label_f42aa342-8706-4288-bd11-ebb85995028c_Ref">
    <vt:lpwstr>https://api.informationprotection.azure.com/api/72f988bf-86f1-41af-91ab-2d7cd011db47</vt:lpwstr>
  </property>
  <property fmtid="{D5CDD505-2E9C-101B-9397-08002B2CF9AE}" pid="17" name="MSIP_Label_f42aa342-8706-4288-bd11-ebb85995028c_Owner">
    <vt:lpwstr>chaksc@microsoft.com</vt:lpwstr>
  </property>
  <property fmtid="{D5CDD505-2E9C-101B-9397-08002B2CF9AE}" pid="18" name="MSIP_Label_f42aa342-8706-4288-bd11-ebb85995028c_SetDate">
    <vt:lpwstr>2017-09-22T13:14:15.9671941-07:00</vt:lpwstr>
  </property>
  <property fmtid="{D5CDD505-2E9C-101B-9397-08002B2CF9AE}" pid="19" name="MSIP_Label_f42aa342-8706-4288-bd11-ebb85995028c_Name">
    <vt:lpwstr>General</vt:lpwstr>
  </property>
  <property fmtid="{D5CDD505-2E9C-101B-9397-08002B2CF9AE}" pid="20" name="MSIP_Label_f42aa342-8706-4288-bd11-ebb85995028c_Application">
    <vt:lpwstr>Microsoft Azure Information Protection</vt:lpwstr>
  </property>
  <property fmtid="{D5CDD505-2E9C-101B-9397-08002B2CF9AE}" pid="21" name="MSIP_Label_f42aa342-8706-4288-bd11-ebb85995028c_Extended_MSFT_Method">
    <vt:lpwstr>Automatic</vt:lpwstr>
  </property>
  <property fmtid="{D5CDD505-2E9C-101B-9397-08002B2CF9AE}" pid="22" name="Sensitivity">
    <vt:lpwstr>General</vt:lpwstr>
  </property>
</Properties>
</file>